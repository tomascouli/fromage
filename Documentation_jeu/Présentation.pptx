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Space Mono Bold" charset="1" panose="02000809030000020004"/>
      <p:regular r:id="rId25"/>
    </p:embeddedFont>
    <p:embeddedFont>
      <p:font typeface="Be Vietnam" charset="1" panose="00000500000000000000"/>
      <p:regular r:id="rId26"/>
    </p:embeddedFont>
    <p:embeddedFont>
      <p:font typeface="Open Sans Bold" charset="1" panose="020B0806030504020204"/>
      <p:regular r:id="rId27"/>
    </p:embeddedFont>
    <p:embeddedFont>
      <p:font typeface="Be Vietnam Ultra-Bold" charset="1" panose="00000900000000000000"/>
      <p:regular r:id="rId28"/>
    </p:embeddedFont>
    <p:embeddedFont>
      <p:font typeface="Open Sans" charset="1" panose="020B0606030504020204"/>
      <p:regular r:id="rId29"/>
    </p:embeddedFont>
    <p:embeddedFont>
      <p:font typeface="Space Mono" charset="1" panose="0200050904000002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Relationship Id="rId6" Target="../media/image35.png" Type="http://schemas.openxmlformats.org/officeDocument/2006/relationships/image"/><Relationship Id="rId7" Target="../media/image36.jpeg" Type="http://schemas.openxmlformats.org/officeDocument/2006/relationships/image"/><Relationship Id="rId8" Target="../media/image37.jpeg" Type="http://schemas.openxmlformats.org/officeDocument/2006/relationships/image"/><Relationship Id="rId9" Target="../media/image3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48.jpeg" Type="http://schemas.openxmlformats.org/officeDocument/2006/relationships/image"/><Relationship Id="rId4" Target="../media/image4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2" Target="../media/image1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07596" y="1616010"/>
            <a:ext cx="3951704" cy="1200762"/>
            <a:chOff x="0" y="0"/>
            <a:chExt cx="4321090" cy="13130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4257590" cy="1249503"/>
            </a:xfrm>
            <a:custGeom>
              <a:avLst/>
              <a:gdLst/>
              <a:ahLst/>
              <a:cxnLst/>
              <a:rect r="r" b="b" t="t" l="l"/>
              <a:pathLst>
                <a:path h="1249503" w="4257590">
                  <a:moveTo>
                    <a:pt x="4164880" y="1249503"/>
                  </a:moveTo>
                  <a:lnTo>
                    <a:pt x="92710" y="1249503"/>
                  </a:lnTo>
                  <a:cubicBezTo>
                    <a:pt x="41910" y="1249503"/>
                    <a:pt x="0" y="1207593"/>
                    <a:pt x="0" y="11567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163610" y="0"/>
                  </a:lnTo>
                  <a:cubicBezTo>
                    <a:pt x="4214410" y="0"/>
                    <a:pt x="4256320" y="41910"/>
                    <a:pt x="4256320" y="92710"/>
                  </a:cubicBezTo>
                  <a:lnTo>
                    <a:pt x="4256320" y="1155523"/>
                  </a:lnTo>
                  <a:cubicBezTo>
                    <a:pt x="4257590" y="1207593"/>
                    <a:pt x="4215680" y="1249503"/>
                    <a:pt x="4164880" y="12495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21091" cy="1313003"/>
            </a:xfrm>
            <a:custGeom>
              <a:avLst/>
              <a:gdLst/>
              <a:ahLst/>
              <a:cxnLst/>
              <a:rect r="r" b="b" t="t" l="l"/>
              <a:pathLst>
                <a:path h="1313003" w="4321091">
                  <a:moveTo>
                    <a:pt x="4196630" y="59690"/>
                  </a:moveTo>
                  <a:cubicBezTo>
                    <a:pt x="4232190" y="59690"/>
                    <a:pt x="4261400" y="88900"/>
                    <a:pt x="4261400" y="124460"/>
                  </a:cubicBezTo>
                  <a:lnTo>
                    <a:pt x="4261400" y="1188543"/>
                  </a:lnTo>
                  <a:cubicBezTo>
                    <a:pt x="4261400" y="1224103"/>
                    <a:pt x="4232190" y="1253313"/>
                    <a:pt x="4196630" y="1253313"/>
                  </a:cubicBezTo>
                  <a:lnTo>
                    <a:pt x="124460" y="1253313"/>
                  </a:lnTo>
                  <a:cubicBezTo>
                    <a:pt x="88900" y="1253313"/>
                    <a:pt x="59690" y="1224103"/>
                    <a:pt x="59690" y="118854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96630" y="59690"/>
                  </a:lnTo>
                  <a:moveTo>
                    <a:pt x="419663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88543"/>
                  </a:lnTo>
                  <a:cubicBezTo>
                    <a:pt x="0" y="1257123"/>
                    <a:pt x="55880" y="1313003"/>
                    <a:pt x="124460" y="1313003"/>
                  </a:cubicBezTo>
                  <a:lnTo>
                    <a:pt x="4196630" y="1313003"/>
                  </a:lnTo>
                  <a:cubicBezTo>
                    <a:pt x="4265210" y="1313003"/>
                    <a:pt x="4321091" y="1257123"/>
                    <a:pt x="4321091" y="1188543"/>
                  </a:cubicBezTo>
                  <a:lnTo>
                    <a:pt x="4321091" y="124460"/>
                  </a:lnTo>
                  <a:cubicBezTo>
                    <a:pt x="4321091" y="55880"/>
                    <a:pt x="4265210" y="0"/>
                    <a:pt x="41966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292750" y="1921315"/>
            <a:ext cx="590151" cy="590151"/>
          </a:xfrm>
          <a:custGeom>
            <a:avLst/>
            <a:gdLst/>
            <a:ahLst/>
            <a:cxnLst/>
            <a:rect r="r" b="b" t="t" l="l"/>
            <a:pathLst>
              <a:path h="590151" w="590151">
                <a:moveTo>
                  <a:pt x="0" y="0"/>
                </a:moveTo>
                <a:lnTo>
                  <a:pt x="590152" y="0"/>
                </a:lnTo>
                <a:lnTo>
                  <a:pt x="590152" y="590151"/>
                </a:lnTo>
                <a:lnTo>
                  <a:pt x="0" y="590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6896" y="3196946"/>
            <a:ext cx="15674207" cy="5460169"/>
            <a:chOff x="0" y="0"/>
            <a:chExt cx="20898943" cy="7280226"/>
          </a:xfrm>
        </p:grpSpPr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617142" y="479729"/>
              <a:ext cx="20281801" cy="6800497"/>
              <a:chOff x="0" y="0"/>
              <a:chExt cx="1893824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0" y="0"/>
              <a:ext cx="20281801" cy="6800497"/>
              <a:chOff x="0" y="0"/>
              <a:chExt cx="1893824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9376073" y="0"/>
            <a:ext cx="5393850" cy="2444990"/>
          </a:xfrm>
          <a:custGeom>
            <a:avLst/>
            <a:gdLst/>
            <a:ahLst/>
            <a:cxnLst/>
            <a:rect r="r" b="b" t="t" l="l"/>
            <a:pathLst>
              <a:path h="2444990" w="5393850">
                <a:moveTo>
                  <a:pt x="0" y="0"/>
                </a:moveTo>
                <a:lnTo>
                  <a:pt x="5393850" y="0"/>
                </a:lnTo>
                <a:lnTo>
                  <a:pt x="5393850" y="2444990"/>
                </a:lnTo>
                <a:lnTo>
                  <a:pt x="0" y="2444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8" r="0" b="-188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06896" y="1643759"/>
            <a:ext cx="11066699" cy="1173012"/>
            <a:chOff x="0" y="0"/>
            <a:chExt cx="12452590" cy="13199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50" y="31750"/>
              <a:ext cx="12389090" cy="1256409"/>
            </a:xfrm>
            <a:custGeom>
              <a:avLst/>
              <a:gdLst/>
              <a:ahLst/>
              <a:cxnLst/>
              <a:rect r="r" b="b" t="t" l="l"/>
              <a:pathLst>
                <a:path h="1256409" w="12389090">
                  <a:moveTo>
                    <a:pt x="12296380" y="1256409"/>
                  </a:moveTo>
                  <a:lnTo>
                    <a:pt x="92710" y="1256409"/>
                  </a:lnTo>
                  <a:cubicBezTo>
                    <a:pt x="41910" y="1256409"/>
                    <a:pt x="0" y="1214499"/>
                    <a:pt x="0" y="116369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2295110" y="0"/>
                  </a:lnTo>
                  <a:cubicBezTo>
                    <a:pt x="12345910" y="0"/>
                    <a:pt x="12387821" y="41910"/>
                    <a:pt x="12387821" y="92710"/>
                  </a:cubicBezTo>
                  <a:lnTo>
                    <a:pt x="12387821" y="1162430"/>
                  </a:lnTo>
                  <a:cubicBezTo>
                    <a:pt x="12389090" y="1214499"/>
                    <a:pt x="12347180" y="1256409"/>
                    <a:pt x="12296380" y="12564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52590" cy="1319910"/>
            </a:xfrm>
            <a:custGeom>
              <a:avLst/>
              <a:gdLst/>
              <a:ahLst/>
              <a:cxnLst/>
              <a:rect r="r" b="b" t="t" l="l"/>
              <a:pathLst>
                <a:path h="1319910" w="12452590">
                  <a:moveTo>
                    <a:pt x="12328130" y="59690"/>
                  </a:moveTo>
                  <a:cubicBezTo>
                    <a:pt x="12363690" y="59690"/>
                    <a:pt x="12392900" y="88900"/>
                    <a:pt x="12392900" y="124460"/>
                  </a:cubicBezTo>
                  <a:lnTo>
                    <a:pt x="12392900" y="1195450"/>
                  </a:lnTo>
                  <a:cubicBezTo>
                    <a:pt x="12392900" y="1231010"/>
                    <a:pt x="12363690" y="1260219"/>
                    <a:pt x="12328130" y="1260219"/>
                  </a:cubicBezTo>
                  <a:lnTo>
                    <a:pt x="124460" y="1260219"/>
                  </a:lnTo>
                  <a:cubicBezTo>
                    <a:pt x="88900" y="1260219"/>
                    <a:pt x="59690" y="1231010"/>
                    <a:pt x="59690" y="11954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2328130" y="59690"/>
                  </a:lnTo>
                  <a:moveTo>
                    <a:pt x="1232813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5450"/>
                  </a:lnTo>
                  <a:cubicBezTo>
                    <a:pt x="0" y="1264030"/>
                    <a:pt x="55880" y="1319910"/>
                    <a:pt x="124460" y="1319910"/>
                  </a:cubicBezTo>
                  <a:lnTo>
                    <a:pt x="12328130" y="1319910"/>
                  </a:lnTo>
                  <a:cubicBezTo>
                    <a:pt x="12396710" y="1319910"/>
                    <a:pt x="12452590" y="1264030"/>
                    <a:pt x="12452590" y="1195450"/>
                  </a:cubicBezTo>
                  <a:lnTo>
                    <a:pt x="12452590" y="124460"/>
                  </a:lnTo>
                  <a:cubicBezTo>
                    <a:pt x="12452590" y="55880"/>
                    <a:pt x="12396710" y="0"/>
                    <a:pt x="123281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171095" y="7200900"/>
            <a:ext cx="4114800" cy="4114800"/>
            <a:chOff x="0" y="0"/>
            <a:chExt cx="5486400" cy="54864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486400" cy="54864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622700" y="724417"/>
              <a:ext cx="4127365" cy="3260552"/>
            </a:xfrm>
            <a:custGeom>
              <a:avLst/>
              <a:gdLst/>
              <a:ahLst/>
              <a:cxnLst/>
              <a:rect r="r" b="b" t="t" l="l"/>
              <a:pathLst>
                <a:path h="3260552" w="4127365">
                  <a:moveTo>
                    <a:pt x="0" y="0"/>
                  </a:moveTo>
                  <a:lnTo>
                    <a:pt x="4127365" y="0"/>
                  </a:lnTo>
                  <a:lnTo>
                    <a:pt x="4127365" y="3260552"/>
                  </a:lnTo>
                  <a:lnTo>
                    <a:pt x="0" y="3260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86305" y="4162605"/>
            <a:ext cx="14052533" cy="301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0"/>
              </a:lnSpc>
            </a:pPr>
            <a:r>
              <a:rPr lang="en-US" sz="116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LES GARDIENS DE LA LACTOGALAXIE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93451" y="7076638"/>
            <a:ext cx="1001557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Gestion de projet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86305" y="1787765"/>
            <a:ext cx="967302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spc="6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Master 1 Automatique Robotique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38262" y="1921115"/>
            <a:ext cx="20633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Recherche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24" r="0" b="-409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76397"/>
            <a:ext cx="5744372" cy="1414462"/>
            <a:chOff x="0" y="0"/>
            <a:chExt cx="7659162" cy="18859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99557" y="282688"/>
              <a:ext cx="7259606" cy="1603262"/>
              <a:chOff x="0" y="0"/>
              <a:chExt cx="4551750" cy="100524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4488250" cy="941740"/>
              </a:xfrm>
              <a:custGeom>
                <a:avLst/>
                <a:gdLst/>
                <a:ahLst/>
                <a:cxnLst/>
                <a:rect r="r" b="b" t="t" l="l"/>
                <a:pathLst>
                  <a:path h="941740" w="4488250">
                    <a:moveTo>
                      <a:pt x="4395540" y="941740"/>
                    </a:moveTo>
                    <a:lnTo>
                      <a:pt x="92710" y="941740"/>
                    </a:lnTo>
                    <a:cubicBezTo>
                      <a:pt x="41910" y="941740"/>
                      <a:pt x="0" y="899830"/>
                      <a:pt x="0" y="84903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4394270" y="0"/>
                    </a:lnTo>
                    <a:cubicBezTo>
                      <a:pt x="4445070" y="0"/>
                      <a:pt x="4486980" y="41910"/>
                      <a:pt x="4486980" y="92710"/>
                    </a:cubicBezTo>
                    <a:lnTo>
                      <a:pt x="4486980" y="847761"/>
                    </a:lnTo>
                    <a:cubicBezTo>
                      <a:pt x="4488250" y="899830"/>
                      <a:pt x="4446340" y="941740"/>
                      <a:pt x="4395540" y="9417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51750" cy="1005241"/>
              </a:xfrm>
              <a:custGeom>
                <a:avLst/>
                <a:gdLst/>
                <a:ahLst/>
                <a:cxnLst/>
                <a:rect r="r" b="b" t="t" l="l"/>
                <a:pathLst>
                  <a:path h="1005241" w="4551750">
                    <a:moveTo>
                      <a:pt x="4427290" y="59690"/>
                    </a:moveTo>
                    <a:cubicBezTo>
                      <a:pt x="4462850" y="59690"/>
                      <a:pt x="4492060" y="88900"/>
                      <a:pt x="4492060" y="124460"/>
                    </a:cubicBezTo>
                    <a:lnTo>
                      <a:pt x="4492060" y="880781"/>
                    </a:lnTo>
                    <a:cubicBezTo>
                      <a:pt x="4492060" y="916341"/>
                      <a:pt x="4462850" y="945551"/>
                      <a:pt x="4427290" y="945551"/>
                    </a:cubicBezTo>
                    <a:lnTo>
                      <a:pt x="124460" y="945551"/>
                    </a:lnTo>
                    <a:cubicBezTo>
                      <a:pt x="88900" y="945551"/>
                      <a:pt x="59690" y="916341"/>
                      <a:pt x="59690" y="880781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427290" y="59690"/>
                    </a:lnTo>
                    <a:moveTo>
                      <a:pt x="442729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80781"/>
                    </a:lnTo>
                    <a:cubicBezTo>
                      <a:pt x="0" y="949361"/>
                      <a:pt x="55880" y="1005241"/>
                      <a:pt x="124460" y="1005241"/>
                    </a:cubicBezTo>
                    <a:lnTo>
                      <a:pt x="4427290" y="1005241"/>
                    </a:lnTo>
                    <a:cubicBezTo>
                      <a:pt x="4495870" y="1005241"/>
                      <a:pt x="4551750" y="949361"/>
                      <a:pt x="4551750" y="880781"/>
                    </a:cubicBezTo>
                    <a:lnTo>
                      <a:pt x="4551750" y="124460"/>
                    </a:lnTo>
                    <a:cubicBezTo>
                      <a:pt x="4551750" y="55880"/>
                      <a:pt x="4495870" y="0"/>
                      <a:pt x="442729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7259606" cy="1603262"/>
              <a:chOff x="0" y="0"/>
              <a:chExt cx="4551750" cy="10052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4488250" cy="941740"/>
              </a:xfrm>
              <a:custGeom>
                <a:avLst/>
                <a:gdLst/>
                <a:ahLst/>
                <a:cxnLst/>
                <a:rect r="r" b="b" t="t" l="l"/>
                <a:pathLst>
                  <a:path h="941740" w="4488250">
                    <a:moveTo>
                      <a:pt x="4395540" y="941740"/>
                    </a:moveTo>
                    <a:lnTo>
                      <a:pt x="92710" y="941740"/>
                    </a:lnTo>
                    <a:cubicBezTo>
                      <a:pt x="41910" y="941740"/>
                      <a:pt x="0" y="899830"/>
                      <a:pt x="0" y="84903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4394270" y="0"/>
                    </a:lnTo>
                    <a:cubicBezTo>
                      <a:pt x="4445070" y="0"/>
                      <a:pt x="4486980" y="41910"/>
                      <a:pt x="4486980" y="92710"/>
                    </a:cubicBezTo>
                    <a:lnTo>
                      <a:pt x="4486980" y="847761"/>
                    </a:lnTo>
                    <a:cubicBezTo>
                      <a:pt x="4488250" y="899830"/>
                      <a:pt x="4446340" y="941740"/>
                      <a:pt x="4395540" y="9417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51750" cy="1005241"/>
              </a:xfrm>
              <a:custGeom>
                <a:avLst/>
                <a:gdLst/>
                <a:ahLst/>
                <a:cxnLst/>
                <a:rect r="r" b="b" t="t" l="l"/>
                <a:pathLst>
                  <a:path h="1005241" w="4551750">
                    <a:moveTo>
                      <a:pt x="4427290" y="59690"/>
                    </a:moveTo>
                    <a:cubicBezTo>
                      <a:pt x="4462850" y="59690"/>
                      <a:pt x="4492060" y="88900"/>
                      <a:pt x="4492060" y="124460"/>
                    </a:cubicBezTo>
                    <a:lnTo>
                      <a:pt x="4492060" y="880781"/>
                    </a:lnTo>
                    <a:cubicBezTo>
                      <a:pt x="4492060" y="916341"/>
                      <a:pt x="4462850" y="945551"/>
                      <a:pt x="4427290" y="945551"/>
                    </a:cubicBezTo>
                    <a:lnTo>
                      <a:pt x="124460" y="945551"/>
                    </a:lnTo>
                    <a:cubicBezTo>
                      <a:pt x="88900" y="945551"/>
                      <a:pt x="59690" y="916341"/>
                      <a:pt x="59690" y="880781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427290" y="59690"/>
                    </a:lnTo>
                    <a:moveTo>
                      <a:pt x="442729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880781"/>
                    </a:lnTo>
                    <a:cubicBezTo>
                      <a:pt x="0" y="949361"/>
                      <a:pt x="55880" y="1005241"/>
                      <a:pt x="124460" y="1005241"/>
                    </a:cubicBezTo>
                    <a:lnTo>
                      <a:pt x="4427290" y="1005241"/>
                    </a:lnTo>
                    <a:cubicBezTo>
                      <a:pt x="4495870" y="1005241"/>
                      <a:pt x="4551750" y="949361"/>
                      <a:pt x="4551750" y="880781"/>
                    </a:cubicBezTo>
                    <a:lnTo>
                      <a:pt x="4551750" y="124460"/>
                    </a:lnTo>
                    <a:cubicBezTo>
                      <a:pt x="4551750" y="55880"/>
                      <a:pt x="4495870" y="0"/>
                      <a:pt x="442729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0" y="5803455"/>
            <a:ext cx="5720064" cy="4840604"/>
          </a:xfrm>
          <a:custGeom>
            <a:avLst/>
            <a:gdLst/>
            <a:ahLst/>
            <a:cxnLst/>
            <a:rect r="r" b="b" t="t" l="l"/>
            <a:pathLst>
              <a:path h="4840604" w="5720064">
                <a:moveTo>
                  <a:pt x="0" y="0"/>
                </a:moveTo>
                <a:lnTo>
                  <a:pt x="5720064" y="0"/>
                </a:lnTo>
                <a:lnTo>
                  <a:pt x="5720064" y="4840605"/>
                </a:lnTo>
                <a:lnTo>
                  <a:pt x="0" y="484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361678" y="1376397"/>
            <a:ext cx="2739083" cy="3808886"/>
            <a:chOff x="0" y="0"/>
            <a:chExt cx="3652111" cy="5078514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712" t="0" r="-6712" b="0"/>
                </a:stretch>
              </a:blip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3979557"/>
              <a:ext cx="3652111" cy="1098958"/>
              <a:chOff x="0" y="0"/>
              <a:chExt cx="2995120" cy="90126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7738" y="4232067"/>
              <a:ext cx="2899681" cy="52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</a:pPr>
              <a:r>
                <a:rPr lang="en-US" sz="252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Cyril Camuset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90340" y="5395445"/>
            <a:ext cx="2739083" cy="3808886"/>
            <a:chOff x="0" y="0"/>
            <a:chExt cx="3652111" cy="5078514"/>
          </a:xfrm>
        </p:grpSpPr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14499" r="0" b="-14499"/>
                </a:stretch>
              </a:blip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3979557"/>
              <a:ext cx="3652111" cy="1098958"/>
              <a:chOff x="0" y="0"/>
              <a:chExt cx="2995120" cy="90126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02536" y="4234607"/>
              <a:ext cx="3447039" cy="52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2"/>
                </a:lnSpc>
              </a:pPr>
              <a:r>
                <a:rPr lang="en-US" sz="252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Thomas Vignon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91373" y="1376397"/>
            <a:ext cx="2739083" cy="3808886"/>
            <a:chOff x="0" y="0"/>
            <a:chExt cx="3652111" cy="5078514"/>
          </a:xfrm>
        </p:grpSpPr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14499" r="0" b="-14499"/>
                </a:stretch>
              </a:blip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3979557"/>
              <a:ext cx="3652111" cy="1098958"/>
              <a:chOff x="0" y="0"/>
              <a:chExt cx="2995120" cy="90126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220295" y="4222542"/>
              <a:ext cx="3211520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72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Amadou Barry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08685" y="5395445"/>
            <a:ext cx="2739083" cy="3754916"/>
            <a:chOff x="0" y="0"/>
            <a:chExt cx="3652111" cy="5006555"/>
          </a:xfrm>
        </p:grpSpPr>
        <p:grpSp>
          <p:nvGrpSpPr>
            <p:cNvPr name="Group 36" id="36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1806" t="-33853" r="-14460" b="-29229"/>
                </a:stretch>
              </a:blip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3907598"/>
              <a:ext cx="3652111" cy="1098958"/>
              <a:chOff x="0" y="0"/>
              <a:chExt cx="2995120" cy="90126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108479" y="4182333"/>
              <a:ext cx="3543632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72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Loic Vienne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44161" y="1376397"/>
            <a:ext cx="2739083" cy="3808886"/>
            <a:chOff x="0" y="0"/>
            <a:chExt cx="3652111" cy="5078514"/>
          </a:xfrm>
        </p:grpSpPr>
        <p:grpSp>
          <p:nvGrpSpPr>
            <p:cNvPr name="Group 44" id="44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14499" r="0" b="-14499"/>
                </a:stretch>
              </a:blip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3979557"/>
              <a:ext cx="3652111" cy="1098958"/>
              <a:chOff x="0" y="0"/>
              <a:chExt cx="2995120" cy="90126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357738" y="4222542"/>
              <a:ext cx="2899681" cy="55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2"/>
                </a:lnSpc>
              </a:pPr>
              <a:r>
                <a:rPr lang="en-US" sz="262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Lina Meddour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7030" y="5395445"/>
            <a:ext cx="2773344" cy="3711068"/>
            <a:chOff x="0" y="0"/>
            <a:chExt cx="3697793" cy="4948090"/>
          </a:xfrm>
        </p:grpSpPr>
        <p:grpSp>
          <p:nvGrpSpPr>
            <p:cNvPr name="Group 52" id="52"/>
            <p:cNvGrpSpPr>
              <a:grpSpLocks noChangeAspect="true"/>
            </p:cNvGrpSpPr>
            <p:nvPr/>
          </p:nvGrpSpPr>
          <p:grpSpPr>
            <a:xfrm rot="0">
              <a:off x="0" y="0"/>
              <a:ext cx="3652111" cy="3771900"/>
              <a:chOff x="0" y="0"/>
              <a:chExt cx="6350000" cy="655828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74930" y="74930"/>
                <a:ext cx="6200140" cy="6408420"/>
              </a:xfrm>
              <a:custGeom>
                <a:avLst/>
                <a:gdLst/>
                <a:ahLst/>
                <a:cxnLst/>
                <a:rect r="r" b="b" t="t" l="l"/>
                <a:pathLst>
                  <a:path h="6408420" w="6200140">
                    <a:moveTo>
                      <a:pt x="6200140" y="5351780"/>
                    </a:moveTo>
                    <a:cubicBezTo>
                      <a:pt x="6200140" y="5935980"/>
                      <a:pt x="5726430" y="6408420"/>
                      <a:pt x="5143500" y="6408420"/>
                    </a:cubicBezTo>
                    <a:lnTo>
                      <a:pt x="1056640" y="6408420"/>
                    </a:lnTo>
                    <a:cubicBezTo>
                      <a:pt x="472440" y="6408420"/>
                      <a:pt x="0" y="5934710"/>
                      <a:pt x="0" y="5351780"/>
                    </a:cubicBezTo>
                    <a:lnTo>
                      <a:pt x="0" y="1056640"/>
                    </a:lnTo>
                    <a:cubicBezTo>
                      <a:pt x="0" y="472440"/>
                      <a:pt x="473710" y="0"/>
                      <a:pt x="1056640" y="0"/>
                    </a:cubicBezTo>
                    <a:lnTo>
                      <a:pt x="5143500" y="0"/>
                    </a:lnTo>
                    <a:cubicBezTo>
                      <a:pt x="5727700" y="0"/>
                      <a:pt x="6200140" y="473710"/>
                      <a:pt x="6200140" y="1056640"/>
                    </a:cubicBezTo>
                    <a:lnTo>
                      <a:pt x="6200140" y="535178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0430" r="0" b="-10430"/>
                </a:stretch>
              </a:blip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6350000" cy="6558280"/>
              </a:xfrm>
              <a:custGeom>
                <a:avLst/>
                <a:gdLst/>
                <a:ahLst/>
                <a:cxnLst/>
                <a:rect r="r" b="b" t="t" l="l"/>
                <a:pathLst>
                  <a:path h="6558280" w="6350000">
                    <a:moveTo>
                      <a:pt x="5218430" y="6558280"/>
                    </a:moveTo>
                    <a:lnTo>
                      <a:pt x="1131570" y="6558280"/>
                    </a:lnTo>
                    <a:cubicBezTo>
                      <a:pt x="508000" y="6558280"/>
                      <a:pt x="0" y="6050280"/>
                      <a:pt x="0" y="5426710"/>
                    </a:cubicBezTo>
                    <a:lnTo>
                      <a:pt x="0" y="1131570"/>
                    </a:lnTo>
                    <a:cubicBezTo>
                      <a:pt x="0" y="508000"/>
                      <a:pt x="508000" y="0"/>
                      <a:pt x="1131570" y="0"/>
                    </a:cubicBezTo>
                    <a:lnTo>
                      <a:pt x="5218430" y="0"/>
                    </a:lnTo>
                    <a:cubicBezTo>
                      <a:pt x="5842000" y="0"/>
                      <a:pt x="6350000" y="508000"/>
                      <a:pt x="6350000" y="1131570"/>
                    </a:cubicBezTo>
                    <a:lnTo>
                      <a:pt x="6350000" y="5425440"/>
                    </a:lnTo>
                    <a:cubicBezTo>
                      <a:pt x="6350000" y="6050280"/>
                      <a:pt x="5842000" y="6558280"/>
                      <a:pt x="5218430" y="6558280"/>
                    </a:cubicBezTo>
                    <a:close/>
                    <a:moveTo>
                      <a:pt x="1131570" y="149860"/>
                    </a:moveTo>
                    <a:cubicBezTo>
                      <a:pt x="590550" y="149860"/>
                      <a:pt x="149860" y="590550"/>
                      <a:pt x="149860" y="1131570"/>
                    </a:cubicBezTo>
                    <a:lnTo>
                      <a:pt x="149860" y="5425440"/>
                    </a:lnTo>
                    <a:cubicBezTo>
                      <a:pt x="149860" y="5966460"/>
                      <a:pt x="590550" y="6407150"/>
                      <a:pt x="1131570" y="6407150"/>
                    </a:cubicBezTo>
                    <a:lnTo>
                      <a:pt x="5218430" y="6407150"/>
                    </a:lnTo>
                    <a:cubicBezTo>
                      <a:pt x="5759450" y="6407150"/>
                      <a:pt x="6200140" y="5966460"/>
                      <a:pt x="6200140" y="5425440"/>
                    </a:cubicBezTo>
                    <a:lnTo>
                      <a:pt x="6200140" y="1131570"/>
                    </a:lnTo>
                    <a:cubicBezTo>
                      <a:pt x="6200140" y="590550"/>
                      <a:pt x="5759450" y="149860"/>
                      <a:pt x="5218430" y="149860"/>
                    </a:cubicBezTo>
                    <a:lnTo>
                      <a:pt x="1131570" y="1498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3849132"/>
              <a:ext cx="3652111" cy="1098958"/>
              <a:chOff x="0" y="0"/>
              <a:chExt cx="2995120" cy="90126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31750" y="31750"/>
                <a:ext cx="2931620" cy="837762"/>
              </a:xfrm>
              <a:custGeom>
                <a:avLst/>
                <a:gdLst/>
                <a:ahLst/>
                <a:cxnLst/>
                <a:rect r="r" b="b" t="t" l="l"/>
                <a:pathLst>
                  <a:path h="837762" w="2931620">
                    <a:moveTo>
                      <a:pt x="2838910" y="837762"/>
                    </a:moveTo>
                    <a:lnTo>
                      <a:pt x="92710" y="837762"/>
                    </a:lnTo>
                    <a:cubicBezTo>
                      <a:pt x="41910" y="837762"/>
                      <a:pt x="0" y="795852"/>
                      <a:pt x="0" y="74505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7640" y="0"/>
                    </a:lnTo>
                    <a:cubicBezTo>
                      <a:pt x="2888440" y="0"/>
                      <a:pt x="2930350" y="41910"/>
                      <a:pt x="2930350" y="92710"/>
                    </a:cubicBezTo>
                    <a:lnTo>
                      <a:pt x="2930350" y="743782"/>
                    </a:lnTo>
                    <a:cubicBezTo>
                      <a:pt x="2931620" y="795852"/>
                      <a:pt x="2889710" y="837762"/>
                      <a:pt x="2838910" y="83776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995120" cy="901262"/>
              </a:xfrm>
              <a:custGeom>
                <a:avLst/>
                <a:gdLst/>
                <a:ahLst/>
                <a:cxnLst/>
                <a:rect r="r" b="b" t="t" l="l"/>
                <a:pathLst>
                  <a:path h="901262" w="2995120">
                    <a:moveTo>
                      <a:pt x="2870660" y="59690"/>
                    </a:moveTo>
                    <a:cubicBezTo>
                      <a:pt x="2906220" y="59690"/>
                      <a:pt x="2935430" y="88900"/>
                      <a:pt x="2935430" y="124460"/>
                    </a:cubicBezTo>
                    <a:lnTo>
                      <a:pt x="2935430" y="776802"/>
                    </a:lnTo>
                    <a:cubicBezTo>
                      <a:pt x="2935430" y="812362"/>
                      <a:pt x="2906220" y="841572"/>
                      <a:pt x="2870660" y="841572"/>
                    </a:cubicBezTo>
                    <a:lnTo>
                      <a:pt x="124460" y="841572"/>
                    </a:lnTo>
                    <a:cubicBezTo>
                      <a:pt x="88900" y="841572"/>
                      <a:pt x="59690" y="812362"/>
                      <a:pt x="59690" y="77680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70660" y="59690"/>
                    </a:lnTo>
                    <a:moveTo>
                      <a:pt x="287066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76802"/>
                    </a:lnTo>
                    <a:cubicBezTo>
                      <a:pt x="0" y="845382"/>
                      <a:pt x="55880" y="901262"/>
                      <a:pt x="124460" y="901262"/>
                    </a:cubicBezTo>
                    <a:lnTo>
                      <a:pt x="2870660" y="901262"/>
                    </a:lnTo>
                    <a:cubicBezTo>
                      <a:pt x="2939240" y="901262"/>
                      <a:pt x="2995120" y="845382"/>
                      <a:pt x="2995120" y="776802"/>
                    </a:cubicBezTo>
                    <a:lnTo>
                      <a:pt x="2995120" y="124460"/>
                    </a:lnTo>
                    <a:cubicBezTo>
                      <a:pt x="2995120" y="55880"/>
                      <a:pt x="2939240" y="0"/>
                      <a:pt x="2870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0" y="4133393"/>
              <a:ext cx="3697793" cy="511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2"/>
                </a:lnSpc>
              </a:pPr>
              <a:r>
                <a:rPr lang="en-US" sz="2425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Armand Quinquis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61955" y="1519272"/>
            <a:ext cx="52953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Les fromagers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24" r="0" b="-409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4965926" cy="1200762"/>
            <a:chOff x="0" y="0"/>
            <a:chExt cx="5430117" cy="13130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5366617" cy="1249503"/>
            </a:xfrm>
            <a:custGeom>
              <a:avLst/>
              <a:gdLst/>
              <a:ahLst/>
              <a:cxnLst/>
              <a:rect r="r" b="b" t="t" l="l"/>
              <a:pathLst>
                <a:path h="1249503" w="5366617">
                  <a:moveTo>
                    <a:pt x="5273908" y="1249503"/>
                  </a:moveTo>
                  <a:lnTo>
                    <a:pt x="92710" y="1249503"/>
                  </a:lnTo>
                  <a:cubicBezTo>
                    <a:pt x="41910" y="1249503"/>
                    <a:pt x="0" y="1207593"/>
                    <a:pt x="0" y="11567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272637" y="0"/>
                  </a:lnTo>
                  <a:cubicBezTo>
                    <a:pt x="5323437" y="0"/>
                    <a:pt x="5365348" y="41910"/>
                    <a:pt x="5365348" y="92710"/>
                  </a:cubicBezTo>
                  <a:lnTo>
                    <a:pt x="5365348" y="1155523"/>
                  </a:lnTo>
                  <a:cubicBezTo>
                    <a:pt x="5366617" y="1207593"/>
                    <a:pt x="5324708" y="1249503"/>
                    <a:pt x="5273908" y="12495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0118" cy="1313003"/>
            </a:xfrm>
            <a:custGeom>
              <a:avLst/>
              <a:gdLst/>
              <a:ahLst/>
              <a:cxnLst/>
              <a:rect r="r" b="b" t="t" l="l"/>
              <a:pathLst>
                <a:path h="1313003" w="5430118">
                  <a:moveTo>
                    <a:pt x="5305658" y="59690"/>
                  </a:moveTo>
                  <a:cubicBezTo>
                    <a:pt x="5341217" y="59690"/>
                    <a:pt x="5370428" y="88900"/>
                    <a:pt x="5370428" y="124460"/>
                  </a:cubicBezTo>
                  <a:lnTo>
                    <a:pt x="5370428" y="1188543"/>
                  </a:lnTo>
                  <a:cubicBezTo>
                    <a:pt x="5370428" y="1224103"/>
                    <a:pt x="5341217" y="1253313"/>
                    <a:pt x="5305658" y="1253313"/>
                  </a:cubicBezTo>
                  <a:lnTo>
                    <a:pt x="124460" y="1253313"/>
                  </a:lnTo>
                  <a:cubicBezTo>
                    <a:pt x="88900" y="1253313"/>
                    <a:pt x="59690" y="1224103"/>
                    <a:pt x="59690" y="118854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305658" y="59690"/>
                  </a:lnTo>
                  <a:moveTo>
                    <a:pt x="530565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88543"/>
                  </a:lnTo>
                  <a:cubicBezTo>
                    <a:pt x="0" y="1257123"/>
                    <a:pt x="55880" y="1313003"/>
                    <a:pt x="124460" y="1313003"/>
                  </a:cubicBezTo>
                  <a:lnTo>
                    <a:pt x="5305658" y="1313003"/>
                  </a:lnTo>
                  <a:cubicBezTo>
                    <a:pt x="5374237" y="1313003"/>
                    <a:pt x="5430118" y="1257123"/>
                    <a:pt x="5430118" y="1188543"/>
                  </a:cubicBezTo>
                  <a:lnTo>
                    <a:pt x="5430118" y="124460"/>
                  </a:lnTo>
                  <a:cubicBezTo>
                    <a:pt x="5430118" y="55880"/>
                    <a:pt x="5374237" y="0"/>
                    <a:pt x="530565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996774" y="1381829"/>
            <a:ext cx="590151" cy="590151"/>
          </a:xfrm>
          <a:custGeom>
            <a:avLst/>
            <a:gdLst/>
            <a:ahLst/>
            <a:cxnLst/>
            <a:rect r="r" b="b" t="t" l="l"/>
            <a:pathLst>
              <a:path h="590151" w="590151">
                <a:moveTo>
                  <a:pt x="0" y="0"/>
                </a:moveTo>
                <a:lnTo>
                  <a:pt x="590152" y="0"/>
                </a:lnTo>
                <a:lnTo>
                  <a:pt x="590152" y="590152"/>
                </a:lnTo>
                <a:lnTo>
                  <a:pt x="0" y="590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28700" y="2468632"/>
            <a:ext cx="7026518" cy="7027923"/>
            <a:chOff x="0" y="0"/>
            <a:chExt cx="634873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487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873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144000" y="2468632"/>
            <a:ext cx="7026518" cy="7027923"/>
            <a:chOff x="0" y="0"/>
            <a:chExt cx="634873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87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873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78979" y="3688227"/>
            <a:ext cx="6525959" cy="494774"/>
            <a:chOff x="0" y="0"/>
            <a:chExt cx="8701279" cy="65969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Présentation du projet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8979" y="6485737"/>
            <a:ext cx="6525959" cy="494774"/>
            <a:chOff x="0" y="0"/>
            <a:chExt cx="8701279" cy="65969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Réalisation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8979" y="5143500"/>
            <a:ext cx="6525959" cy="494774"/>
            <a:chOff x="0" y="0"/>
            <a:chExt cx="8701279" cy="6596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Organisation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94279" y="6485737"/>
            <a:ext cx="6525959" cy="494774"/>
            <a:chOff x="0" y="0"/>
            <a:chExt cx="8701279" cy="659699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Feed-back général du projet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94279" y="3688227"/>
            <a:ext cx="6525959" cy="494774"/>
            <a:chOff x="0" y="0"/>
            <a:chExt cx="8701279" cy="65969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Test et retour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94279" y="5143500"/>
            <a:ext cx="6525959" cy="494774"/>
            <a:chOff x="0" y="0"/>
            <a:chExt cx="8701279" cy="659699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Objectifs atteint ?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78979" y="7943062"/>
            <a:ext cx="6525959" cy="494774"/>
            <a:chOff x="0" y="0"/>
            <a:chExt cx="8701279" cy="659699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1076584" y="69182"/>
              <a:ext cx="7624695" cy="557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77530" indent="-288765" lvl="1">
                <a:lnSpc>
                  <a:spcPts val="3477"/>
                </a:lnSpc>
                <a:buFont typeface="Arial"/>
                <a:buChar char="•"/>
              </a:pPr>
              <a:r>
                <a:rPr lang="en-US" sz="26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Point d’étape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-4279837">
            <a:off x="-478813" y="7439155"/>
            <a:ext cx="3015026" cy="4114800"/>
          </a:xfrm>
          <a:custGeom>
            <a:avLst/>
            <a:gdLst/>
            <a:ahLst/>
            <a:cxnLst/>
            <a:rect r="r" b="b" t="t" l="l"/>
            <a:pathLst>
              <a:path h="4114800" w="3015026">
                <a:moveTo>
                  <a:pt x="0" y="0"/>
                </a:moveTo>
                <a:lnTo>
                  <a:pt x="3015026" y="0"/>
                </a:lnTo>
                <a:lnTo>
                  <a:pt x="3015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435174" y="343605"/>
            <a:ext cx="4640448" cy="3256751"/>
          </a:xfrm>
          <a:custGeom>
            <a:avLst/>
            <a:gdLst/>
            <a:ahLst/>
            <a:cxnLst/>
            <a:rect r="r" b="b" t="t" l="l"/>
            <a:pathLst>
              <a:path h="3256751" w="4640448">
                <a:moveTo>
                  <a:pt x="0" y="0"/>
                </a:moveTo>
                <a:lnTo>
                  <a:pt x="4640449" y="0"/>
                </a:lnTo>
                <a:lnTo>
                  <a:pt x="4640449" y="3256751"/>
                </a:lnTo>
                <a:lnTo>
                  <a:pt x="0" y="32567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572379" y="1200456"/>
            <a:ext cx="342439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spc="67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Sommaire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138885"/>
            <a:ext cx="11604108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Présentation du projet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88108"/>
            <a:ext cx="9264297" cy="1200762"/>
            <a:chOff x="0" y="0"/>
            <a:chExt cx="12352396" cy="160101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52396" cy="1601015"/>
              <a:chOff x="0" y="0"/>
              <a:chExt cx="10130280" cy="131300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0066780" cy="1249503"/>
              </a:xfrm>
              <a:custGeom>
                <a:avLst/>
                <a:gdLst/>
                <a:ahLst/>
                <a:cxnLst/>
                <a:rect r="r" b="b" t="t" l="l"/>
                <a:pathLst>
                  <a:path h="1249503" w="10066780">
                    <a:moveTo>
                      <a:pt x="9974070" y="1249503"/>
                    </a:moveTo>
                    <a:lnTo>
                      <a:pt x="92710" y="1249503"/>
                    </a:lnTo>
                    <a:cubicBezTo>
                      <a:pt x="41910" y="1249503"/>
                      <a:pt x="0" y="1207593"/>
                      <a:pt x="0" y="115679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9972800" y="0"/>
                    </a:lnTo>
                    <a:cubicBezTo>
                      <a:pt x="10023600" y="0"/>
                      <a:pt x="10065510" y="41910"/>
                      <a:pt x="10065510" y="92710"/>
                    </a:cubicBezTo>
                    <a:lnTo>
                      <a:pt x="10065510" y="1155523"/>
                    </a:lnTo>
                    <a:cubicBezTo>
                      <a:pt x="10066780" y="1207593"/>
                      <a:pt x="10024870" y="1249503"/>
                      <a:pt x="9974070" y="124950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130280" cy="1313003"/>
              </a:xfrm>
              <a:custGeom>
                <a:avLst/>
                <a:gdLst/>
                <a:ahLst/>
                <a:cxnLst/>
                <a:rect r="r" b="b" t="t" l="l"/>
                <a:pathLst>
                  <a:path h="1313003" w="10130280">
                    <a:moveTo>
                      <a:pt x="10005820" y="59690"/>
                    </a:moveTo>
                    <a:cubicBezTo>
                      <a:pt x="10041380" y="59690"/>
                      <a:pt x="10070590" y="88900"/>
                      <a:pt x="10070590" y="124460"/>
                    </a:cubicBezTo>
                    <a:lnTo>
                      <a:pt x="10070590" y="1188543"/>
                    </a:lnTo>
                    <a:cubicBezTo>
                      <a:pt x="10070590" y="1224103"/>
                      <a:pt x="10041380" y="1253313"/>
                      <a:pt x="10005820" y="1253313"/>
                    </a:cubicBezTo>
                    <a:lnTo>
                      <a:pt x="124460" y="1253313"/>
                    </a:lnTo>
                    <a:cubicBezTo>
                      <a:pt x="88900" y="1253313"/>
                      <a:pt x="59690" y="1224103"/>
                      <a:pt x="59690" y="118854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005820" y="59690"/>
                    </a:lnTo>
                    <a:moveTo>
                      <a:pt x="100058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188543"/>
                    </a:lnTo>
                    <a:cubicBezTo>
                      <a:pt x="0" y="1257123"/>
                      <a:pt x="55880" y="1313003"/>
                      <a:pt x="124460" y="1313003"/>
                    </a:cubicBezTo>
                    <a:lnTo>
                      <a:pt x="10005820" y="1313003"/>
                    </a:lnTo>
                    <a:cubicBezTo>
                      <a:pt x="10074400" y="1313003"/>
                      <a:pt x="10130280" y="1257123"/>
                      <a:pt x="10130280" y="1188543"/>
                    </a:cubicBezTo>
                    <a:lnTo>
                      <a:pt x="10130280" y="124460"/>
                    </a:lnTo>
                    <a:cubicBezTo>
                      <a:pt x="10130280" y="55880"/>
                      <a:pt x="10074400" y="0"/>
                      <a:pt x="1000582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0820400" y="407073"/>
              <a:ext cx="786869" cy="786869"/>
            </a:xfrm>
            <a:custGeom>
              <a:avLst/>
              <a:gdLst/>
              <a:ahLst/>
              <a:cxnLst/>
              <a:rect r="r" b="b" t="t" l="l"/>
              <a:pathLst>
                <a:path h="786869" w="786869">
                  <a:moveTo>
                    <a:pt x="0" y="0"/>
                  </a:moveTo>
                  <a:lnTo>
                    <a:pt x="786869" y="0"/>
                  </a:lnTo>
                  <a:lnTo>
                    <a:pt x="786869" y="786869"/>
                  </a:lnTo>
                  <a:lnTo>
                    <a:pt x="0" y="78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660511" y="193817"/>
              <a:ext cx="8815935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spc="6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Pourquoi le fromage ??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57593" y="0"/>
            <a:ext cx="5830407" cy="10582347"/>
            <a:chOff x="0" y="0"/>
            <a:chExt cx="903283" cy="1639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3283" cy="1639482"/>
            </a:xfrm>
            <a:custGeom>
              <a:avLst/>
              <a:gdLst/>
              <a:ahLst/>
              <a:cxnLst/>
              <a:rect r="r" b="b" t="t" l="l"/>
              <a:pathLst>
                <a:path h="1639482" w="903283">
                  <a:moveTo>
                    <a:pt x="0" y="0"/>
                  </a:moveTo>
                  <a:lnTo>
                    <a:pt x="903283" y="0"/>
                  </a:lnTo>
                  <a:lnTo>
                    <a:pt x="903283" y="1639482"/>
                  </a:lnTo>
                  <a:lnTo>
                    <a:pt x="0" y="1639482"/>
                  </a:lnTo>
                  <a:close/>
                </a:path>
              </a:pathLst>
            </a:custGeom>
            <a:blipFill>
              <a:blip r:embed="rId5"/>
              <a:stretch>
                <a:fillRect l="-1064" t="0" r="-106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4383" y="5915146"/>
            <a:ext cx="6686307" cy="668630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5000" r="0" b="-2500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169842" y="5915146"/>
            <a:ext cx="9264297" cy="1200762"/>
            <a:chOff x="0" y="0"/>
            <a:chExt cx="12352396" cy="160101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352396" cy="1601015"/>
              <a:chOff x="0" y="0"/>
              <a:chExt cx="10130280" cy="131300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31750" y="31750"/>
                <a:ext cx="10066780" cy="1249503"/>
              </a:xfrm>
              <a:custGeom>
                <a:avLst/>
                <a:gdLst/>
                <a:ahLst/>
                <a:cxnLst/>
                <a:rect r="r" b="b" t="t" l="l"/>
                <a:pathLst>
                  <a:path h="1249503" w="10066780">
                    <a:moveTo>
                      <a:pt x="9974070" y="1249503"/>
                    </a:moveTo>
                    <a:lnTo>
                      <a:pt x="92710" y="1249503"/>
                    </a:lnTo>
                    <a:cubicBezTo>
                      <a:pt x="41910" y="1249503"/>
                      <a:pt x="0" y="1207593"/>
                      <a:pt x="0" y="115679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9972800" y="0"/>
                    </a:lnTo>
                    <a:cubicBezTo>
                      <a:pt x="10023600" y="0"/>
                      <a:pt x="10065510" y="41910"/>
                      <a:pt x="10065510" y="92710"/>
                    </a:cubicBezTo>
                    <a:lnTo>
                      <a:pt x="10065510" y="1155523"/>
                    </a:lnTo>
                    <a:cubicBezTo>
                      <a:pt x="10066780" y="1207593"/>
                      <a:pt x="10024870" y="1249503"/>
                      <a:pt x="9974070" y="124950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30280" cy="1313003"/>
              </a:xfrm>
              <a:custGeom>
                <a:avLst/>
                <a:gdLst/>
                <a:ahLst/>
                <a:cxnLst/>
                <a:rect r="r" b="b" t="t" l="l"/>
                <a:pathLst>
                  <a:path h="1313003" w="10130280">
                    <a:moveTo>
                      <a:pt x="10005820" y="59690"/>
                    </a:moveTo>
                    <a:cubicBezTo>
                      <a:pt x="10041380" y="59690"/>
                      <a:pt x="10070590" y="88900"/>
                      <a:pt x="10070590" y="124460"/>
                    </a:cubicBezTo>
                    <a:lnTo>
                      <a:pt x="10070590" y="1188543"/>
                    </a:lnTo>
                    <a:cubicBezTo>
                      <a:pt x="10070590" y="1224103"/>
                      <a:pt x="10041380" y="1253313"/>
                      <a:pt x="10005820" y="1253313"/>
                    </a:cubicBezTo>
                    <a:lnTo>
                      <a:pt x="124460" y="1253313"/>
                    </a:lnTo>
                    <a:cubicBezTo>
                      <a:pt x="88900" y="1253313"/>
                      <a:pt x="59690" y="1224103"/>
                      <a:pt x="59690" y="118854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005820" y="59690"/>
                    </a:lnTo>
                    <a:moveTo>
                      <a:pt x="100058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188543"/>
                    </a:lnTo>
                    <a:cubicBezTo>
                      <a:pt x="0" y="1257123"/>
                      <a:pt x="55880" y="1313003"/>
                      <a:pt x="124460" y="1313003"/>
                    </a:cubicBezTo>
                    <a:lnTo>
                      <a:pt x="10005820" y="1313003"/>
                    </a:lnTo>
                    <a:cubicBezTo>
                      <a:pt x="10074400" y="1313003"/>
                      <a:pt x="10130280" y="1257123"/>
                      <a:pt x="10130280" y="1188543"/>
                    </a:cubicBezTo>
                    <a:lnTo>
                      <a:pt x="10130280" y="124460"/>
                    </a:lnTo>
                    <a:cubicBezTo>
                      <a:pt x="10130280" y="55880"/>
                      <a:pt x="10074400" y="0"/>
                      <a:pt x="1000582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0820400" y="407073"/>
              <a:ext cx="786869" cy="786869"/>
            </a:xfrm>
            <a:custGeom>
              <a:avLst/>
              <a:gdLst/>
              <a:ahLst/>
              <a:cxnLst/>
              <a:rect r="r" b="b" t="t" l="l"/>
              <a:pathLst>
                <a:path h="786869" w="786869">
                  <a:moveTo>
                    <a:pt x="0" y="0"/>
                  </a:moveTo>
                  <a:lnTo>
                    <a:pt x="786869" y="0"/>
                  </a:lnTo>
                  <a:lnTo>
                    <a:pt x="786869" y="786869"/>
                  </a:lnTo>
                  <a:lnTo>
                    <a:pt x="0" y="78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660511" y="193817"/>
              <a:ext cx="8815935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spc="6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Objectifs ??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24" r="0" b="-409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172337"/>
            <a:ext cx="9264297" cy="1200762"/>
            <a:chOff x="0" y="0"/>
            <a:chExt cx="12352396" cy="160101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52396" cy="1601015"/>
              <a:chOff x="0" y="0"/>
              <a:chExt cx="10130280" cy="131300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0066780" cy="1249503"/>
              </a:xfrm>
              <a:custGeom>
                <a:avLst/>
                <a:gdLst/>
                <a:ahLst/>
                <a:cxnLst/>
                <a:rect r="r" b="b" t="t" l="l"/>
                <a:pathLst>
                  <a:path h="1249503" w="10066780">
                    <a:moveTo>
                      <a:pt x="9974070" y="1249503"/>
                    </a:moveTo>
                    <a:lnTo>
                      <a:pt x="92710" y="1249503"/>
                    </a:lnTo>
                    <a:cubicBezTo>
                      <a:pt x="41910" y="1249503"/>
                      <a:pt x="0" y="1207593"/>
                      <a:pt x="0" y="115679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9972800" y="0"/>
                    </a:lnTo>
                    <a:cubicBezTo>
                      <a:pt x="10023600" y="0"/>
                      <a:pt x="10065510" y="41910"/>
                      <a:pt x="10065510" y="92710"/>
                    </a:cubicBezTo>
                    <a:lnTo>
                      <a:pt x="10065510" y="1155523"/>
                    </a:lnTo>
                    <a:cubicBezTo>
                      <a:pt x="10066780" y="1207593"/>
                      <a:pt x="10024870" y="1249503"/>
                      <a:pt x="9974070" y="124950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130280" cy="1313003"/>
              </a:xfrm>
              <a:custGeom>
                <a:avLst/>
                <a:gdLst/>
                <a:ahLst/>
                <a:cxnLst/>
                <a:rect r="r" b="b" t="t" l="l"/>
                <a:pathLst>
                  <a:path h="1313003" w="10130280">
                    <a:moveTo>
                      <a:pt x="10005820" y="59690"/>
                    </a:moveTo>
                    <a:cubicBezTo>
                      <a:pt x="10041380" y="59690"/>
                      <a:pt x="10070590" y="88900"/>
                      <a:pt x="10070590" y="124460"/>
                    </a:cubicBezTo>
                    <a:lnTo>
                      <a:pt x="10070590" y="1188543"/>
                    </a:lnTo>
                    <a:cubicBezTo>
                      <a:pt x="10070590" y="1224103"/>
                      <a:pt x="10041380" y="1253313"/>
                      <a:pt x="10005820" y="1253313"/>
                    </a:cubicBezTo>
                    <a:lnTo>
                      <a:pt x="124460" y="1253313"/>
                    </a:lnTo>
                    <a:cubicBezTo>
                      <a:pt x="88900" y="1253313"/>
                      <a:pt x="59690" y="1224103"/>
                      <a:pt x="59690" y="118854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005820" y="59690"/>
                    </a:lnTo>
                    <a:moveTo>
                      <a:pt x="100058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188543"/>
                    </a:lnTo>
                    <a:cubicBezTo>
                      <a:pt x="0" y="1257123"/>
                      <a:pt x="55880" y="1313003"/>
                      <a:pt x="124460" y="1313003"/>
                    </a:cubicBezTo>
                    <a:lnTo>
                      <a:pt x="10005820" y="1313003"/>
                    </a:lnTo>
                    <a:cubicBezTo>
                      <a:pt x="10074400" y="1313003"/>
                      <a:pt x="10130280" y="1257123"/>
                      <a:pt x="10130280" y="1188543"/>
                    </a:cubicBezTo>
                    <a:lnTo>
                      <a:pt x="10130280" y="124460"/>
                    </a:lnTo>
                    <a:cubicBezTo>
                      <a:pt x="10130280" y="55880"/>
                      <a:pt x="10074400" y="0"/>
                      <a:pt x="1000582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0820400" y="407073"/>
              <a:ext cx="786869" cy="786869"/>
            </a:xfrm>
            <a:custGeom>
              <a:avLst/>
              <a:gdLst/>
              <a:ahLst/>
              <a:cxnLst/>
              <a:rect r="r" b="b" t="t" l="l"/>
              <a:pathLst>
                <a:path h="786869" w="786869">
                  <a:moveTo>
                    <a:pt x="0" y="0"/>
                  </a:moveTo>
                  <a:lnTo>
                    <a:pt x="786869" y="0"/>
                  </a:lnTo>
                  <a:lnTo>
                    <a:pt x="786869" y="786869"/>
                  </a:lnTo>
                  <a:lnTo>
                    <a:pt x="0" y="78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660511" y="193817"/>
              <a:ext cx="8815935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spc="67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Caractéristique du jeu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4108" y="4324271"/>
            <a:ext cx="6525959" cy="531947"/>
            <a:chOff x="0" y="0"/>
            <a:chExt cx="8701279" cy="7092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Objectifs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108" y="3609896"/>
            <a:ext cx="6525959" cy="531947"/>
            <a:chOff x="0" y="0"/>
            <a:chExt cx="8701279" cy="70926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Support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92997" y="6805936"/>
            <a:ext cx="6525959" cy="531947"/>
            <a:chOff x="0" y="0"/>
            <a:chExt cx="8701279" cy="70926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Stade d’avancement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92997" y="5978714"/>
            <a:ext cx="6525959" cy="531947"/>
            <a:chOff x="0" y="0"/>
            <a:chExt cx="8701279" cy="70926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Âges du public ciblé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92997" y="5151492"/>
            <a:ext cx="6525959" cy="531947"/>
            <a:chOff x="0" y="0"/>
            <a:chExt cx="8701279" cy="70926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Animateurs(trices) ciblés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92997" y="4324271"/>
            <a:ext cx="6525959" cy="531947"/>
            <a:chOff x="0" y="0"/>
            <a:chExt cx="8701279" cy="709262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Joueurs(joueuses) ciblés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92997" y="3497049"/>
            <a:ext cx="6525959" cy="531947"/>
            <a:chOff x="0" y="0"/>
            <a:chExt cx="8701279" cy="70926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Accessibilité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84108" y="6805936"/>
            <a:ext cx="6525959" cy="531947"/>
            <a:chOff x="0" y="0"/>
            <a:chExt cx="8701279" cy="709262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Durée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84108" y="5978714"/>
            <a:ext cx="6525959" cy="531947"/>
            <a:chOff x="0" y="0"/>
            <a:chExt cx="8701279" cy="709262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Type de jeu (ESAR)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84108" y="5151492"/>
            <a:ext cx="6525959" cy="531947"/>
            <a:chOff x="0" y="0"/>
            <a:chExt cx="8701279" cy="709262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1076584" y="59657"/>
              <a:ext cx="7624695" cy="649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3888" indent="-331944" lvl="1">
                <a:lnSpc>
                  <a:spcPts val="3997"/>
                </a:lnSpc>
                <a:buFont typeface="Arial"/>
                <a:buChar char="•"/>
              </a:pPr>
              <a:r>
                <a:rPr lang="en-US" sz="307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Cadre de l’action 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9699" cy="659699"/>
            </a:xfrm>
            <a:custGeom>
              <a:avLst/>
              <a:gdLst/>
              <a:ahLst/>
              <a:cxnLst/>
              <a:rect r="r" b="b" t="t" l="l"/>
              <a:pathLst>
                <a:path h="659699" w="659699">
                  <a:moveTo>
                    <a:pt x="0" y="0"/>
                  </a:moveTo>
                  <a:lnTo>
                    <a:pt x="659699" y="0"/>
                  </a:lnTo>
                  <a:lnTo>
                    <a:pt x="659699" y="659699"/>
                  </a:lnTo>
                  <a:lnTo>
                    <a:pt x="0" y="6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-475593" y="6510661"/>
            <a:ext cx="5924064" cy="4114800"/>
          </a:xfrm>
          <a:custGeom>
            <a:avLst/>
            <a:gdLst/>
            <a:ahLst/>
            <a:cxnLst/>
            <a:rect r="r" b="b" t="t" l="l"/>
            <a:pathLst>
              <a:path h="4114800" w="5924064">
                <a:moveTo>
                  <a:pt x="0" y="0"/>
                </a:moveTo>
                <a:lnTo>
                  <a:pt x="5924064" y="0"/>
                </a:lnTo>
                <a:lnTo>
                  <a:pt x="5924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225047" y="-504904"/>
            <a:ext cx="5062953" cy="4114800"/>
          </a:xfrm>
          <a:custGeom>
            <a:avLst/>
            <a:gdLst/>
            <a:ahLst/>
            <a:cxnLst/>
            <a:rect r="r" b="b" t="t" l="l"/>
            <a:pathLst>
              <a:path h="4114800" w="5062953">
                <a:moveTo>
                  <a:pt x="0" y="0"/>
                </a:moveTo>
                <a:lnTo>
                  <a:pt x="5062953" y="0"/>
                </a:lnTo>
                <a:lnTo>
                  <a:pt x="5062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931842"/>
            <a:ext cx="116041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Organisation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2222" y="962293"/>
            <a:ext cx="19016635" cy="8296007"/>
          </a:xfrm>
          <a:custGeom>
            <a:avLst/>
            <a:gdLst/>
            <a:ahLst/>
            <a:cxnLst/>
            <a:rect r="r" b="b" t="t" l="l"/>
            <a:pathLst>
              <a:path h="8296007" w="19016635">
                <a:moveTo>
                  <a:pt x="0" y="0"/>
                </a:moveTo>
                <a:lnTo>
                  <a:pt x="19016635" y="0"/>
                </a:lnTo>
                <a:lnTo>
                  <a:pt x="19016635" y="8296007"/>
                </a:lnTo>
                <a:lnTo>
                  <a:pt x="0" y="8296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7908" y="344773"/>
            <a:ext cx="19437880" cy="9597453"/>
          </a:xfrm>
          <a:custGeom>
            <a:avLst/>
            <a:gdLst/>
            <a:ahLst/>
            <a:cxnLst/>
            <a:rect r="r" b="b" t="t" l="l"/>
            <a:pathLst>
              <a:path h="9597453" w="19437880">
                <a:moveTo>
                  <a:pt x="0" y="0"/>
                </a:moveTo>
                <a:lnTo>
                  <a:pt x="19437880" y="0"/>
                </a:lnTo>
                <a:lnTo>
                  <a:pt x="19437880" y="9597454"/>
                </a:lnTo>
                <a:lnTo>
                  <a:pt x="0" y="9597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931842"/>
            <a:ext cx="116041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Réalisation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7107" y="0"/>
            <a:ext cx="11780893" cy="7928991"/>
          </a:xfrm>
          <a:custGeom>
            <a:avLst/>
            <a:gdLst/>
            <a:ahLst/>
            <a:cxnLst/>
            <a:rect r="r" b="b" t="t" l="l"/>
            <a:pathLst>
              <a:path h="7928991" w="11780893">
                <a:moveTo>
                  <a:pt x="0" y="0"/>
                </a:moveTo>
                <a:lnTo>
                  <a:pt x="11780893" y="0"/>
                </a:lnTo>
                <a:lnTo>
                  <a:pt x="11780893" y="7928991"/>
                </a:lnTo>
                <a:lnTo>
                  <a:pt x="0" y="7928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9613" y="405987"/>
            <a:ext cx="15008774" cy="1245425"/>
            <a:chOff x="0" y="0"/>
            <a:chExt cx="20011698" cy="16605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043954" y="248905"/>
              <a:ext cx="18967745" cy="1411663"/>
              <a:chOff x="0" y="0"/>
              <a:chExt cx="11892716" cy="88510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1829216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11829216">
                    <a:moveTo>
                      <a:pt x="11736506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735236" y="0"/>
                    </a:lnTo>
                    <a:cubicBezTo>
                      <a:pt x="11786036" y="0"/>
                      <a:pt x="11827946" y="41910"/>
                      <a:pt x="11827946" y="92710"/>
                    </a:cubicBezTo>
                    <a:lnTo>
                      <a:pt x="11827946" y="727628"/>
                    </a:lnTo>
                    <a:cubicBezTo>
                      <a:pt x="11829216" y="779698"/>
                      <a:pt x="11787306" y="821608"/>
                      <a:pt x="11736506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92717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11892717">
                    <a:moveTo>
                      <a:pt x="11768256" y="59690"/>
                    </a:moveTo>
                    <a:cubicBezTo>
                      <a:pt x="11803816" y="59690"/>
                      <a:pt x="11833027" y="88900"/>
                      <a:pt x="11833027" y="124460"/>
                    </a:cubicBezTo>
                    <a:lnTo>
                      <a:pt x="11833027" y="760648"/>
                    </a:lnTo>
                    <a:cubicBezTo>
                      <a:pt x="11833027" y="796208"/>
                      <a:pt x="11803816" y="825418"/>
                      <a:pt x="11768256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768256" y="59690"/>
                    </a:lnTo>
                    <a:moveTo>
                      <a:pt x="1176825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11768256" y="885108"/>
                    </a:lnTo>
                    <a:cubicBezTo>
                      <a:pt x="11836836" y="885108"/>
                      <a:pt x="11892717" y="829228"/>
                      <a:pt x="11892717" y="760648"/>
                    </a:cubicBezTo>
                    <a:lnTo>
                      <a:pt x="11892717" y="124460"/>
                    </a:lnTo>
                    <a:cubicBezTo>
                      <a:pt x="11892717" y="55880"/>
                      <a:pt x="11836836" y="0"/>
                      <a:pt x="11768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8967745" cy="1411663"/>
              <a:chOff x="0" y="0"/>
              <a:chExt cx="11892716" cy="88510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11829216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11829216">
                    <a:moveTo>
                      <a:pt x="11736506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735236" y="0"/>
                    </a:lnTo>
                    <a:cubicBezTo>
                      <a:pt x="11786036" y="0"/>
                      <a:pt x="11827946" y="41910"/>
                      <a:pt x="11827946" y="92710"/>
                    </a:cubicBezTo>
                    <a:lnTo>
                      <a:pt x="11827946" y="727628"/>
                    </a:lnTo>
                    <a:cubicBezTo>
                      <a:pt x="11829216" y="779698"/>
                      <a:pt x="11787306" y="821608"/>
                      <a:pt x="11736506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892717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11892717">
                    <a:moveTo>
                      <a:pt x="11768256" y="59690"/>
                    </a:moveTo>
                    <a:cubicBezTo>
                      <a:pt x="11803816" y="59690"/>
                      <a:pt x="11833027" y="88900"/>
                      <a:pt x="11833027" y="124460"/>
                    </a:cubicBezTo>
                    <a:lnTo>
                      <a:pt x="11833027" y="760648"/>
                    </a:lnTo>
                    <a:cubicBezTo>
                      <a:pt x="11833027" y="796208"/>
                      <a:pt x="11803816" y="825418"/>
                      <a:pt x="11768256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768256" y="59690"/>
                    </a:lnTo>
                    <a:moveTo>
                      <a:pt x="1176825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11768256" y="885108"/>
                    </a:lnTo>
                    <a:cubicBezTo>
                      <a:pt x="11836836" y="885108"/>
                      <a:pt x="11892717" y="829228"/>
                      <a:pt x="11892717" y="760648"/>
                    </a:cubicBezTo>
                    <a:lnTo>
                      <a:pt x="11892717" y="124460"/>
                    </a:lnTo>
                    <a:cubicBezTo>
                      <a:pt x="11892717" y="55880"/>
                      <a:pt x="11836836" y="0"/>
                      <a:pt x="11768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896933" y="-9525"/>
              <a:ext cx="16980693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Les Gardiens de la Lactogalaxie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7415" y="1684763"/>
            <a:ext cx="3531175" cy="35311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996" r="0" b="-3899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2177" y="5149262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Fromacron six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1164" y="8845814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Égoutecaillé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7382" y="5149262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Coagulum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7481" y="8845814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Salage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83283" y="5093228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Affinéo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37647" y="8845814"/>
            <a:ext cx="3181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Fermenta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762719" y="5489304"/>
            <a:ext cx="3531175" cy="35311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8996" r="0" b="-3899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72620" y="1684763"/>
            <a:ext cx="3531175" cy="35311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7579" t="0" r="-3757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86402" y="5381314"/>
            <a:ext cx="3531175" cy="353117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8996" r="0" b="-3899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08521" y="1684763"/>
            <a:ext cx="3531175" cy="35311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38996" r="0" b="-3899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062885" y="5381314"/>
            <a:ext cx="3531175" cy="353117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8996" r="0" b="-3899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3" t="-22245" r="-161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039883" cy="1245425"/>
            <a:chOff x="0" y="0"/>
            <a:chExt cx="9386511" cy="16605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89668" y="248905"/>
              <a:ext cx="8896843" cy="1411663"/>
              <a:chOff x="0" y="0"/>
              <a:chExt cx="5578293" cy="88510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5514793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5514793">
                    <a:moveTo>
                      <a:pt x="5422083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5420813" y="0"/>
                    </a:lnTo>
                    <a:cubicBezTo>
                      <a:pt x="5471613" y="0"/>
                      <a:pt x="5513523" y="41910"/>
                      <a:pt x="5513523" y="92710"/>
                    </a:cubicBezTo>
                    <a:lnTo>
                      <a:pt x="5513523" y="727628"/>
                    </a:lnTo>
                    <a:cubicBezTo>
                      <a:pt x="5514793" y="779698"/>
                      <a:pt x="5472883" y="821608"/>
                      <a:pt x="5422083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578293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5578293">
                    <a:moveTo>
                      <a:pt x="5453833" y="59690"/>
                    </a:moveTo>
                    <a:cubicBezTo>
                      <a:pt x="5489393" y="59690"/>
                      <a:pt x="5518603" y="88900"/>
                      <a:pt x="5518603" y="124460"/>
                    </a:cubicBezTo>
                    <a:lnTo>
                      <a:pt x="5518603" y="760648"/>
                    </a:lnTo>
                    <a:cubicBezTo>
                      <a:pt x="5518603" y="796208"/>
                      <a:pt x="5489393" y="825418"/>
                      <a:pt x="5453833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5453833" y="59690"/>
                    </a:lnTo>
                    <a:moveTo>
                      <a:pt x="545383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5453833" y="885108"/>
                    </a:lnTo>
                    <a:cubicBezTo>
                      <a:pt x="5522413" y="885108"/>
                      <a:pt x="5578293" y="829228"/>
                      <a:pt x="5578293" y="760648"/>
                    </a:cubicBezTo>
                    <a:lnTo>
                      <a:pt x="5578293" y="124460"/>
                    </a:lnTo>
                    <a:cubicBezTo>
                      <a:pt x="5578293" y="55880"/>
                      <a:pt x="5522413" y="0"/>
                      <a:pt x="545383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8896843" cy="1411663"/>
              <a:chOff x="0" y="0"/>
              <a:chExt cx="5578293" cy="88510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5514793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5514793">
                    <a:moveTo>
                      <a:pt x="5422083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5420813" y="0"/>
                    </a:lnTo>
                    <a:cubicBezTo>
                      <a:pt x="5471613" y="0"/>
                      <a:pt x="5513523" y="41910"/>
                      <a:pt x="5513523" y="92710"/>
                    </a:cubicBezTo>
                    <a:lnTo>
                      <a:pt x="5513523" y="727628"/>
                    </a:lnTo>
                    <a:cubicBezTo>
                      <a:pt x="5514793" y="779698"/>
                      <a:pt x="5472883" y="821608"/>
                      <a:pt x="5422083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578293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5578293">
                    <a:moveTo>
                      <a:pt x="5453833" y="59690"/>
                    </a:moveTo>
                    <a:cubicBezTo>
                      <a:pt x="5489393" y="59690"/>
                      <a:pt x="5518603" y="88900"/>
                      <a:pt x="5518603" y="124460"/>
                    </a:cubicBezTo>
                    <a:lnTo>
                      <a:pt x="5518603" y="760648"/>
                    </a:lnTo>
                    <a:cubicBezTo>
                      <a:pt x="5518603" y="796208"/>
                      <a:pt x="5489393" y="825418"/>
                      <a:pt x="5453833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5453833" y="59690"/>
                    </a:lnTo>
                    <a:moveTo>
                      <a:pt x="545383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5453833" y="885108"/>
                    </a:lnTo>
                    <a:cubicBezTo>
                      <a:pt x="5522413" y="885108"/>
                      <a:pt x="5578293" y="829228"/>
                      <a:pt x="5578293" y="760648"/>
                    </a:cubicBezTo>
                    <a:lnTo>
                      <a:pt x="5578293" y="124460"/>
                    </a:lnTo>
                    <a:cubicBezTo>
                      <a:pt x="5578293" y="55880"/>
                      <a:pt x="5522413" y="0"/>
                      <a:pt x="545383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20708" y="-9525"/>
              <a:ext cx="7964814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Règles du jeu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4900" y="2854548"/>
            <a:ext cx="3339724" cy="3477134"/>
            <a:chOff x="0" y="0"/>
            <a:chExt cx="5786944" cy="6025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5723444" cy="5961542"/>
            </a:xfrm>
            <a:custGeom>
              <a:avLst/>
              <a:gdLst/>
              <a:ahLst/>
              <a:cxnLst/>
              <a:rect r="r" b="b" t="t" l="l"/>
              <a:pathLst>
                <a:path h="5961542" w="5723444">
                  <a:moveTo>
                    <a:pt x="5630733" y="5961542"/>
                  </a:moveTo>
                  <a:lnTo>
                    <a:pt x="92710" y="5961542"/>
                  </a:lnTo>
                  <a:cubicBezTo>
                    <a:pt x="41910" y="5961542"/>
                    <a:pt x="0" y="5919632"/>
                    <a:pt x="0" y="586883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629464" y="0"/>
                  </a:lnTo>
                  <a:cubicBezTo>
                    <a:pt x="5680264" y="0"/>
                    <a:pt x="5722174" y="41910"/>
                    <a:pt x="5722174" y="92710"/>
                  </a:cubicBezTo>
                  <a:lnTo>
                    <a:pt x="5722174" y="5867562"/>
                  </a:lnTo>
                  <a:cubicBezTo>
                    <a:pt x="5723444" y="5919632"/>
                    <a:pt x="5681533" y="5961542"/>
                    <a:pt x="5630733" y="59615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86944" cy="6025042"/>
            </a:xfrm>
            <a:custGeom>
              <a:avLst/>
              <a:gdLst/>
              <a:ahLst/>
              <a:cxnLst/>
              <a:rect r="r" b="b" t="t" l="l"/>
              <a:pathLst>
                <a:path h="6025042" w="5786944">
                  <a:moveTo>
                    <a:pt x="5662483" y="59690"/>
                  </a:moveTo>
                  <a:cubicBezTo>
                    <a:pt x="5698044" y="59690"/>
                    <a:pt x="5727254" y="88900"/>
                    <a:pt x="5727254" y="124460"/>
                  </a:cubicBezTo>
                  <a:lnTo>
                    <a:pt x="5727254" y="5900582"/>
                  </a:lnTo>
                  <a:cubicBezTo>
                    <a:pt x="5727254" y="5936142"/>
                    <a:pt x="5698044" y="5965352"/>
                    <a:pt x="5662483" y="5965352"/>
                  </a:cubicBezTo>
                  <a:lnTo>
                    <a:pt x="124460" y="5965352"/>
                  </a:lnTo>
                  <a:cubicBezTo>
                    <a:pt x="88900" y="5965352"/>
                    <a:pt x="59690" y="5936142"/>
                    <a:pt x="59690" y="590058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662484" y="59690"/>
                  </a:lnTo>
                  <a:moveTo>
                    <a:pt x="566248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00582"/>
                  </a:lnTo>
                  <a:cubicBezTo>
                    <a:pt x="0" y="5969162"/>
                    <a:pt x="55880" y="6025042"/>
                    <a:pt x="124460" y="6025042"/>
                  </a:cubicBezTo>
                  <a:lnTo>
                    <a:pt x="5662484" y="6025042"/>
                  </a:lnTo>
                  <a:cubicBezTo>
                    <a:pt x="5731064" y="6025042"/>
                    <a:pt x="5786944" y="5969162"/>
                    <a:pt x="5786944" y="5900582"/>
                  </a:cubicBezTo>
                  <a:lnTo>
                    <a:pt x="5786944" y="124460"/>
                  </a:lnTo>
                  <a:cubicBezTo>
                    <a:pt x="5786944" y="55880"/>
                    <a:pt x="5731064" y="0"/>
                    <a:pt x="566248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33029" y="6093726"/>
            <a:ext cx="3346316" cy="3477134"/>
            <a:chOff x="0" y="0"/>
            <a:chExt cx="5798367" cy="6025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5734867" cy="5961542"/>
            </a:xfrm>
            <a:custGeom>
              <a:avLst/>
              <a:gdLst/>
              <a:ahLst/>
              <a:cxnLst/>
              <a:rect r="r" b="b" t="t" l="l"/>
              <a:pathLst>
                <a:path h="5961542" w="5734867">
                  <a:moveTo>
                    <a:pt x="5642156" y="5961542"/>
                  </a:moveTo>
                  <a:lnTo>
                    <a:pt x="92710" y="5961542"/>
                  </a:lnTo>
                  <a:cubicBezTo>
                    <a:pt x="41910" y="5961542"/>
                    <a:pt x="0" y="5919632"/>
                    <a:pt x="0" y="586883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640887" y="0"/>
                  </a:lnTo>
                  <a:cubicBezTo>
                    <a:pt x="5691687" y="0"/>
                    <a:pt x="5733597" y="41910"/>
                    <a:pt x="5733597" y="92710"/>
                  </a:cubicBezTo>
                  <a:lnTo>
                    <a:pt x="5733597" y="5867562"/>
                  </a:lnTo>
                  <a:cubicBezTo>
                    <a:pt x="5734867" y="5919632"/>
                    <a:pt x="5692956" y="5961542"/>
                    <a:pt x="5642156" y="59615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98367" cy="6025042"/>
            </a:xfrm>
            <a:custGeom>
              <a:avLst/>
              <a:gdLst/>
              <a:ahLst/>
              <a:cxnLst/>
              <a:rect r="r" b="b" t="t" l="l"/>
              <a:pathLst>
                <a:path h="6025042" w="5798367">
                  <a:moveTo>
                    <a:pt x="5673906" y="59690"/>
                  </a:moveTo>
                  <a:cubicBezTo>
                    <a:pt x="5709467" y="59690"/>
                    <a:pt x="5738676" y="88900"/>
                    <a:pt x="5738676" y="124460"/>
                  </a:cubicBezTo>
                  <a:lnTo>
                    <a:pt x="5738676" y="5900582"/>
                  </a:lnTo>
                  <a:cubicBezTo>
                    <a:pt x="5738676" y="5936142"/>
                    <a:pt x="5709467" y="5965352"/>
                    <a:pt x="5673906" y="5965352"/>
                  </a:cubicBezTo>
                  <a:lnTo>
                    <a:pt x="124460" y="5965352"/>
                  </a:lnTo>
                  <a:cubicBezTo>
                    <a:pt x="88900" y="5965352"/>
                    <a:pt x="59690" y="5936142"/>
                    <a:pt x="59690" y="590058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673907" y="59690"/>
                  </a:lnTo>
                  <a:moveTo>
                    <a:pt x="567390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00582"/>
                  </a:lnTo>
                  <a:cubicBezTo>
                    <a:pt x="0" y="5969162"/>
                    <a:pt x="55880" y="6025042"/>
                    <a:pt x="124460" y="6025042"/>
                  </a:cubicBezTo>
                  <a:lnTo>
                    <a:pt x="5673907" y="6025042"/>
                  </a:lnTo>
                  <a:cubicBezTo>
                    <a:pt x="5742487" y="6025042"/>
                    <a:pt x="5798367" y="5969162"/>
                    <a:pt x="5798367" y="5900582"/>
                  </a:cubicBezTo>
                  <a:lnTo>
                    <a:pt x="5798367" y="124460"/>
                  </a:lnTo>
                  <a:cubicBezTo>
                    <a:pt x="5798367" y="55880"/>
                    <a:pt x="5742487" y="0"/>
                    <a:pt x="56739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19962" y="2854548"/>
            <a:ext cx="3346316" cy="3477134"/>
            <a:chOff x="0" y="0"/>
            <a:chExt cx="5798367" cy="6025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5734867" cy="5961542"/>
            </a:xfrm>
            <a:custGeom>
              <a:avLst/>
              <a:gdLst/>
              <a:ahLst/>
              <a:cxnLst/>
              <a:rect r="r" b="b" t="t" l="l"/>
              <a:pathLst>
                <a:path h="5961542" w="5734867">
                  <a:moveTo>
                    <a:pt x="5642156" y="5961542"/>
                  </a:moveTo>
                  <a:lnTo>
                    <a:pt x="92710" y="5961542"/>
                  </a:lnTo>
                  <a:cubicBezTo>
                    <a:pt x="41910" y="5961542"/>
                    <a:pt x="0" y="5919632"/>
                    <a:pt x="0" y="586883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640887" y="0"/>
                  </a:lnTo>
                  <a:cubicBezTo>
                    <a:pt x="5691687" y="0"/>
                    <a:pt x="5733597" y="41910"/>
                    <a:pt x="5733597" y="92710"/>
                  </a:cubicBezTo>
                  <a:lnTo>
                    <a:pt x="5733597" y="5867562"/>
                  </a:lnTo>
                  <a:cubicBezTo>
                    <a:pt x="5734867" y="5919632"/>
                    <a:pt x="5692956" y="5961542"/>
                    <a:pt x="5642156" y="59615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98367" cy="6025042"/>
            </a:xfrm>
            <a:custGeom>
              <a:avLst/>
              <a:gdLst/>
              <a:ahLst/>
              <a:cxnLst/>
              <a:rect r="r" b="b" t="t" l="l"/>
              <a:pathLst>
                <a:path h="6025042" w="5798367">
                  <a:moveTo>
                    <a:pt x="5673906" y="59690"/>
                  </a:moveTo>
                  <a:cubicBezTo>
                    <a:pt x="5709467" y="59690"/>
                    <a:pt x="5738676" y="88900"/>
                    <a:pt x="5738676" y="124460"/>
                  </a:cubicBezTo>
                  <a:lnTo>
                    <a:pt x="5738676" y="5900582"/>
                  </a:lnTo>
                  <a:cubicBezTo>
                    <a:pt x="5738676" y="5936142"/>
                    <a:pt x="5709467" y="5965352"/>
                    <a:pt x="5673906" y="5965352"/>
                  </a:cubicBezTo>
                  <a:lnTo>
                    <a:pt x="124460" y="5965352"/>
                  </a:lnTo>
                  <a:cubicBezTo>
                    <a:pt x="88900" y="5965352"/>
                    <a:pt x="59690" y="5936142"/>
                    <a:pt x="59690" y="590058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673907" y="59690"/>
                  </a:lnTo>
                  <a:moveTo>
                    <a:pt x="567390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00582"/>
                  </a:lnTo>
                  <a:cubicBezTo>
                    <a:pt x="0" y="5969162"/>
                    <a:pt x="55880" y="6025042"/>
                    <a:pt x="124460" y="6025042"/>
                  </a:cubicBezTo>
                  <a:lnTo>
                    <a:pt x="5673907" y="6025042"/>
                  </a:lnTo>
                  <a:cubicBezTo>
                    <a:pt x="5742487" y="6025042"/>
                    <a:pt x="5798367" y="5969162"/>
                    <a:pt x="5798367" y="5900582"/>
                  </a:cubicBezTo>
                  <a:lnTo>
                    <a:pt x="5798367" y="124460"/>
                  </a:lnTo>
                  <a:cubicBezTo>
                    <a:pt x="5798367" y="55880"/>
                    <a:pt x="5742487" y="0"/>
                    <a:pt x="56739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06896" y="6093726"/>
            <a:ext cx="3346316" cy="3477134"/>
            <a:chOff x="0" y="0"/>
            <a:chExt cx="5798367" cy="6025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5734867" cy="5961542"/>
            </a:xfrm>
            <a:custGeom>
              <a:avLst/>
              <a:gdLst/>
              <a:ahLst/>
              <a:cxnLst/>
              <a:rect r="r" b="b" t="t" l="l"/>
              <a:pathLst>
                <a:path h="5961542" w="5734867">
                  <a:moveTo>
                    <a:pt x="5642156" y="5961542"/>
                  </a:moveTo>
                  <a:lnTo>
                    <a:pt x="92710" y="5961542"/>
                  </a:lnTo>
                  <a:cubicBezTo>
                    <a:pt x="41910" y="5961542"/>
                    <a:pt x="0" y="5919632"/>
                    <a:pt x="0" y="586883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5640887" y="0"/>
                  </a:lnTo>
                  <a:cubicBezTo>
                    <a:pt x="5691687" y="0"/>
                    <a:pt x="5733597" y="41910"/>
                    <a:pt x="5733597" y="92710"/>
                  </a:cubicBezTo>
                  <a:lnTo>
                    <a:pt x="5733597" y="5867562"/>
                  </a:lnTo>
                  <a:cubicBezTo>
                    <a:pt x="5734867" y="5919632"/>
                    <a:pt x="5692956" y="5961542"/>
                    <a:pt x="5642156" y="59615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98367" cy="6025042"/>
            </a:xfrm>
            <a:custGeom>
              <a:avLst/>
              <a:gdLst/>
              <a:ahLst/>
              <a:cxnLst/>
              <a:rect r="r" b="b" t="t" l="l"/>
              <a:pathLst>
                <a:path h="6025042" w="5798367">
                  <a:moveTo>
                    <a:pt x="5673906" y="59690"/>
                  </a:moveTo>
                  <a:cubicBezTo>
                    <a:pt x="5709467" y="59690"/>
                    <a:pt x="5738676" y="88900"/>
                    <a:pt x="5738676" y="124460"/>
                  </a:cubicBezTo>
                  <a:lnTo>
                    <a:pt x="5738676" y="5900582"/>
                  </a:lnTo>
                  <a:cubicBezTo>
                    <a:pt x="5738676" y="5936142"/>
                    <a:pt x="5709467" y="5965352"/>
                    <a:pt x="5673906" y="5965352"/>
                  </a:cubicBezTo>
                  <a:lnTo>
                    <a:pt x="124460" y="5965352"/>
                  </a:lnTo>
                  <a:cubicBezTo>
                    <a:pt x="88900" y="5965352"/>
                    <a:pt x="59690" y="5936142"/>
                    <a:pt x="59690" y="590058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5673907" y="59690"/>
                  </a:lnTo>
                  <a:moveTo>
                    <a:pt x="567390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900582"/>
                  </a:lnTo>
                  <a:cubicBezTo>
                    <a:pt x="0" y="5969162"/>
                    <a:pt x="55880" y="6025042"/>
                    <a:pt x="124460" y="6025042"/>
                  </a:cubicBezTo>
                  <a:lnTo>
                    <a:pt x="5673907" y="6025042"/>
                  </a:lnTo>
                  <a:cubicBezTo>
                    <a:pt x="5742487" y="6025042"/>
                    <a:pt x="5798367" y="5969162"/>
                    <a:pt x="5798367" y="5900582"/>
                  </a:cubicBezTo>
                  <a:lnTo>
                    <a:pt x="5798367" y="124460"/>
                  </a:lnTo>
                  <a:cubicBezTo>
                    <a:pt x="5798367" y="55880"/>
                    <a:pt x="5742487" y="0"/>
                    <a:pt x="56739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26362" y="3636518"/>
            <a:ext cx="2896800" cy="187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85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Les cartes et indices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38898" y="7190021"/>
            <a:ext cx="2534577" cy="124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85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Objectif Ultime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21814" y="3636518"/>
            <a:ext cx="2742613" cy="187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85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Collecte des artefacts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10913" y="7190021"/>
            <a:ext cx="3138281" cy="124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85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Résolution des défis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931842"/>
            <a:ext cx="116041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Point d’étape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24" r="0" b="-4095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5879" y="0"/>
            <a:ext cx="8940338" cy="10287000"/>
          </a:xfrm>
          <a:custGeom>
            <a:avLst/>
            <a:gdLst/>
            <a:ahLst/>
            <a:cxnLst/>
            <a:rect r="r" b="b" t="t" l="l"/>
            <a:pathLst>
              <a:path h="10287000" w="8940338">
                <a:moveTo>
                  <a:pt x="0" y="0"/>
                </a:moveTo>
                <a:lnTo>
                  <a:pt x="8940338" y="0"/>
                </a:lnTo>
                <a:lnTo>
                  <a:pt x="89403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71095">
            <a:off x="12269847" y="7017442"/>
            <a:ext cx="2186929" cy="1915385"/>
          </a:xfrm>
          <a:custGeom>
            <a:avLst/>
            <a:gdLst/>
            <a:ahLst/>
            <a:cxnLst/>
            <a:rect r="r" b="b" t="t" l="l"/>
            <a:pathLst>
              <a:path h="1915385" w="2186929">
                <a:moveTo>
                  <a:pt x="0" y="0"/>
                </a:moveTo>
                <a:lnTo>
                  <a:pt x="2186929" y="0"/>
                </a:lnTo>
                <a:lnTo>
                  <a:pt x="2186929" y="1915385"/>
                </a:lnTo>
                <a:lnTo>
                  <a:pt x="0" y="1915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0092" y="5360833"/>
            <a:ext cx="1318417" cy="931681"/>
          </a:xfrm>
          <a:custGeom>
            <a:avLst/>
            <a:gdLst/>
            <a:ahLst/>
            <a:cxnLst/>
            <a:rect r="r" b="b" t="t" l="l"/>
            <a:pathLst>
              <a:path h="931681" w="1318417">
                <a:moveTo>
                  <a:pt x="0" y="0"/>
                </a:moveTo>
                <a:lnTo>
                  <a:pt x="1318416" y="0"/>
                </a:lnTo>
                <a:lnTo>
                  <a:pt x="1318416" y="931682"/>
                </a:lnTo>
                <a:lnTo>
                  <a:pt x="0" y="931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69700" y="3765049"/>
            <a:ext cx="1354244" cy="893886"/>
          </a:xfrm>
          <a:custGeom>
            <a:avLst/>
            <a:gdLst/>
            <a:ahLst/>
            <a:cxnLst/>
            <a:rect r="r" b="b" t="t" l="l"/>
            <a:pathLst>
              <a:path h="893886" w="1354244">
                <a:moveTo>
                  <a:pt x="0" y="0"/>
                </a:moveTo>
                <a:lnTo>
                  <a:pt x="1354243" y="0"/>
                </a:lnTo>
                <a:lnTo>
                  <a:pt x="1354243" y="893887"/>
                </a:lnTo>
                <a:lnTo>
                  <a:pt x="0" y="8938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8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070" y="1028700"/>
            <a:ext cx="2035655" cy="203565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7C0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Thème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07430" y="1836415"/>
            <a:ext cx="2466679" cy="24666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8E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Recherches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41972" y="2964157"/>
            <a:ext cx="2677872" cy="267787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9D2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Réalisation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36445" y="6833871"/>
            <a:ext cx="2953285" cy="295328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98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Concertation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10373" y="6292515"/>
            <a:ext cx="1830396" cy="183039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A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Tests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6070" y="5143500"/>
            <a:ext cx="1830396" cy="183039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B13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Mise au point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3719760">
            <a:off x="6745214" y="2482278"/>
            <a:ext cx="1893875" cy="1384250"/>
          </a:xfrm>
          <a:custGeom>
            <a:avLst/>
            <a:gdLst/>
            <a:ahLst/>
            <a:cxnLst/>
            <a:rect r="r" b="b" t="t" l="l"/>
            <a:pathLst>
              <a:path h="1384250" w="1893875">
                <a:moveTo>
                  <a:pt x="0" y="0"/>
                </a:moveTo>
                <a:lnTo>
                  <a:pt x="1893875" y="0"/>
                </a:lnTo>
                <a:lnTo>
                  <a:pt x="1893875" y="1384250"/>
                </a:lnTo>
                <a:lnTo>
                  <a:pt x="0" y="1384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3263384">
            <a:off x="2539679" y="1068768"/>
            <a:ext cx="2100526" cy="1535294"/>
          </a:xfrm>
          <a:custGeom>
            <a:avLst/>
            <a:gdLst/>
            <a:ahLst/>
            <a:cxnLst/>
            <a:rect r="r" b="b" t="t" l="l"/>
            <a:pathLst>
              <a:path h="1535294" w="2100526">
                <a:moveTo>
                  <a:pt x="0" y="0"/>
                </a:moveTo>
                <a:lnTo>
                  <a:pt x="2100526" y="0"/>
                </a:lnTo>
                <a:lnTo>
                  <a:pt x="2100526" y="1535294"/>
                </a:lnTo>
                <a:lnTo>
                  <a:pt x="0" y="1535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8287340">
            <a:off x="8835526" y="5832813"/>
            <a:ext cx="1963114" cy="1434858"/>
          </a:xfrm>
          <a:custGeom>
            <a:avLst/>
            <a:gdLst/>
            <a:ahLst/>
            <a:cxnLst/>
            <a:rect r="r" b="b" t="t" l="l"/>
            <a:pathLst>
              <a:path h="1434858" w="1963114">
                <a:moveTo>
                  <a:pt x="0" y="0"/>
                </a:moveTo>
                <a:lnTo>
                  <a:pt x="1963114" y="0"/>
                </a:lnTo>
                <a:lnTo>
                  <a:pt x="1963114" y="1434858"/>
                </a:lnTo>
                <a:lnTo>
                  <a:pt x="0" y="1434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7258913">
            <a:off x="5012601" y="7945728"/>
            <a:ext cx="2176024" cy="1590476"/>
          </a:xfrm>
          <a:custGeom>
            <a:avLst/>
            <a:gdLst/>
            <a:ahLst/>
            <a:cxnLst/>
            <a:rect r="r" b="b" t="t" l="l"/>
            <a:pathLst>
              <a:path h="1590476" w="2176024">
                <a:moveTo>
                  <a:pt x="0" y="0"/>
                </a:moveTo>
                <a:lnTo>
                  <a:pt x="2176024" y="0"/>
                </a:lnTo>
                <a:lnTo>
                  <a:pt x="2176024" y="1590476"/>
                </a:lnTo>
                <a:lnTo>
                  <a:pt x="0" y="1590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7258913">
            <a:off x="2263506" y="6552721"/>
            <a:ext cx="1792266" cy="1309984"/>
          </a:xfrm>
          <a:custGeom>
            <a:avLst/>
            <a:gdLst/>
            <a:ahLst/>
            <a:cxnLst/>
            <a:rect r="r" b="b" t="t" l="l"/>
            <a:pathLst>
              <a:path h="1309984" w="1792266">
                <a:moveTo>
                  <a:pt x="0" y="0"/>
                </a:moveTo>
                <a:lnTo>
                  <a:pt x="1792266" y="0"/>
                </a:lnTo>
                <a:lnTo>
                  <a:pt x="1792266" y="1309984"/>
                </a:lnTo>
                <a:lnTo>
                  <a:pt x="0" y="130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931842"/>
            <a:ext cx="1160410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Test et retour 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85763" cy="2663520"/>
          </a:xfrm>
          <a:custGeom>
            <a:avLst/>
            <a:gdLst/>
            <a:ahLst/>
            <a:cxnLst/>
            <a:rect r="r" b="b" t="t" l="l"/>
            <a:pathLst>
              <a:path h="2663520" w="2685763">
                <a:moveTo>
                  <a:pt x="0" y="0"/>
                </a:moveTo>
                <a:lnTo>
                  <a:pt x="2685763" y="0"/>
                </a:lnTo>
                <a:lnTo>
                  <a:pt x="2685763" y="2663520"/>
                </a:lnTo>
                <a:lnTo>
                  <a:pt x="0" y="2663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" r="0" b="-4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9613" y="405987"/>
            <a:ext cx="15008774" cy="1245425"/>
            <a:chOff x="0" y="0"/>
            <a:chExt cx="20011698" cy="16605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043954" y="248905"/>
              <a:ext cx="18967745" cy="1411663"/>
              <a:chOff x="0" y="0"/>
              <a:chExt cx="11892716" cy="88510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1829216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11829216">
                    <a:moveTo>
                      <a:pt x="11736506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735236" y="0"/>
                    </a:lnTo>
                    <a:cubicBezTo>
                      <a:pt x="11786036" y="0"/>
                      <a:pt x="11827946" y="41910"/>
                      <a:pt x="11827946" y="92710"/>
                    </a:cubicBezTo>
                    <a:lnTo>
                      <a:pt x="11827946" y="727628"/>
                    </a:lnTo>
                    <a:cubicBezTo>
                      <a:pt x="11829216" y="779698"/>
                      <a:pt x="11787306" y="821608"/>
                      <a:pt x="11736506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92717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11892717">
                    <a:moveTo>
                      <a:pt x="11768256" y="59690"/>
                    </a:moveTo>
                    <a:cubicBezTo>
                      <a:pt x="11803816" y="59690"/>
                      <a:pt x="11833027" y="88900"/>
                      <a:pt x="11833027" y="124460"/>
                    </a:cubicBezTo>
                    <a:lnTo>
                      <a:pt x="11833027" y="760648"/>
                    </a:lnTo>
                    <a:cubicBezTo>
                      <a:pt x="11833027" y="796208"/>
                      <a:pt x="11803816" y="825418"/>
                      <a:pt x="11768256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768256" y="59690"/>
                    </a:lnTo>
                    <a:moveTo>
                      <a:pt x="1176825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11768256" y="885108"/>
                    </a:lnTo>
                    <a:cubicBezTo>
                      <a:pt x="11836836" y="885108"/>
                      <a:pt x="11892717" y="829228"/>
                      <a:pt x="11892717" y="760648"/>
                    </a:cubicBezTo>
                    <a:lnTo>
                      <a:pt x="11892717" y="124460"/>
                    </a:lnTo>
                    <a:cubicBezTo>
                      <a:pt x="11892717" y="55880"/>
                      <a:pt x="11836836" y="0"/>
                      <a:pt x="11768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8967745" cy="1411663"/>
              <a:chOff x="0" y="0"/>
              <a:chExt cx="11892716" cy="88510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11829216" cy="821608"/>
              </a:xfrm>
              <a:custGeom>
                <a:avLst/>
                <a:gdLst/>
                <a:ahLst/>
                <a:cxnLst/>
                <a:rect r="r" b="b" t="t" l="l"/>
                <a:pathLst>
                  <a:path h="821608" w="11829216">
                    <a:moveTo>
                      <a:pt x="11736506" y="821608"/>
                    </a:moveTo>
                    <a:lnTo>
                      <a:pt x="92710" y="821608"/>
                    </a:lnTo>
                    <a:cubicBezTo>
                      <a:pt x="41910" y="821608"/>
                      <a:pt x="0" y="779698"/>
                      <a:pt x="0" y="72889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735236" y="0"/>
                    </a:lnTo>
                    <a:cubicBezTo>
                      <a:pt x="11786036" y="0"/>
                      <a:pt x="11827946" y="41910"/>
                      <a:pt x="11827946" y="92710"/>
                    </a:cubicBezTo>
                    <a:lnTo>
                      <a:pt x="11827946" y="727628"/>
                    </a:lnTo>
                    <a:cubicBezTo>
                      <a:pt x="11829216" y="779698"/>
                      <a:pt x="11787306" y="821608"/>
                      <a:pt x="11736506" y="82160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892717" cy="885108"/>
              </a:xfrm>
              <a:custGeom>
                <a:avLst/>
                <a:gdLst/>
                <a:ahLst/>
                <a:cxnLst/>
                <a:rect r="r" b="b" t="t" l="l"/>
                <a:pathLst>
                  <a:path h="885108" w="11892717">
                    <a:moveTo>
                      <a:pt x="11768256" y="59690"/>
                    </a:moveTo>
                    <a:cubicBezTo>
                      <a:pt x="11803816" y="59690"/>
                      <a:pt x="11833027" y="88900"/>
                      <a:pt x="11833027" y="124460"/>
                    </a:cubicBezTo>
                    <a:lnTo>
                      <a:pt x="11833027" y="760648"/>
                    </a:lnTo>
                    <a:cubicBezTo>
                      <a:pt x="11833027" y="796208"/>
                      <a:pt x="11803816" y="825418"/>
                      <a:pt x="11768256" y="825418"/>
                    </a:cubicBezTo>
                    <a:lnTo>
                      <a:pt x="124460" y="825418"/>
                    </a:lnTo>
                    <a:cubicBezTo>
                      <a:pt x="88900" y="825418"/>
                      <a:pt x="59690" y="796208"/>
                      <a:pt x="59690" y="76064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768256" y="59690"/>
                    </a:lnTo>
                    <a:moveTo>
                      <a:pt x="1176825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60648"/>
                    </a:lnTo>
                    <a:cubicBezTo>
                      <a:pt x="0" y="829228"/>
                      <a:pt x="55880" y="885108"/>
                      <a:pt x="124460" y="885108"/>
                    </a:cubicBezTo>
                    <a:lnTo>
                      <a:pt x="11768256" y="885108"/>
                    </a:lnTo>
                    <a:cubicBezTo>
                      <a:pt x="11836836" y="885108"/>
                      <a:pt x="11892717" y="829228"/>
                      <a:pt x="11892717" y="760648"/>
                    </a:cubicBezTo>
                    <a:lnTo>
                      <a:pt x="11892717" y="124460"/>
                    </a:lnTo>
                    <a:cubicBezTo>
                      <a:pt x="11892717" y="55880"/>
                      <a:pt x="11836836" y="0"/>
                      <a:pt x="11768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896933" y="-9525"/>
              <a:ext cx="16980693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Retour des testeurs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77512">
            <a:off x="-158732" y="6623856"/>
            <a:ext cx="5156634" cy="5268887"/>
          </a:xfrm>
          <a:custGeom>
            <a:avLst/>
            <a:gdLst/>
            <a:ahLst/>
            <a:cxnLst/>
            <a:rect r="r" b="b" t="t" l="l"/>
            <a:pathLst>
              <a:path h="5268887" w="5156634">
                <a:moveTo>
                  <a:pt x="0" y="0"/>
                </a:moveTo>
                <a:lnTo>
                  <a:pt x="5156634" y="0"/>
                </a:lnTo>
                <a:lnTo>
                  <a:pt x="5156634" y="5268888"/>
                </a:lnTo>
                <a:lnTo>
                  <a:pt x="0" y="526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14778" y="1651413"/>
            <a:ext cx="2873222" cy="3007975"/>
          </a:xfrm>
          <a:custGeom>
            <a:avLst/>
            <a:gdLst/>
            <a:ahLst/>
            <a:cxnLst/>
            <a:rect r="r" b="b" t="t" l="l"/>
            <a:pathLst>
              <a:path h="3007975" w="2873222">
                <a:moveTo>
                  <a:pt x="0" y="0"/>
                </a:moveTo>
                <a:lnTo>
                  <a:pt x="2873222" y="0"/>
                </a:lnTo>
                <a:lnTo>
                  <a:pt x="2873222" y="3007975"/>
                </a:lnTo>
                <a:lnTo>
                  <a:pt x="0" y="3007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735" t="-49245" r="-26894" b="-62618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419585" y="3080124"/>
          <a:ext cx="13448831" cy="5334160"/>
        </p:xfrm>
        <a:graphic>
          <a:graphicData uri="http://schemas.openxmlformats.org/drawingml/2006/table">
            <a:tbl>
              <a:tblPr/>
              <a:tblGrid>
                <a:gridCol w="3362208"/>
                <a:gridCol w="3362208"/>
                <a:gridCol w="3362208"/>
                <a:gridCol w="3362208"/>
              </a:tblGrid>
              <a:tr h="2990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Qu’est-ce que j’ai appris 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Est-ce que je me suis amusé ? Comment je me suis senti 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Qu’est-ce que je pense des règles du jeu 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Remarques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3916"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Fabrication du fromage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Oui</a:t>
                      </a:r>
                      <a:endParaRPr lang="en-US" sz="1100"/>
                    </a:p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Sous pression</a:t>
                      </a:r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Complexes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18158" indent="-259079" lvl="1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Être plus guidé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75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141267"/>
            <a:ext cx="11604108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Feedback général du projet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24" r="0" b="-409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559096" y="735136"/>
            <a:ext cx="5749364" cy="3996353"/>
            <a:chOff x="0" y="0"/>
            <a:chExt cx="7665819" cy="5328470"/>
          </a:xfrm>
        </p:grpSpPr>
        <p:sp>
          <p:nvSpPr>
            <p:cNvPr name="Freeform 5" id="5"/>
            <p:cNvSpPr/>
            <p:nvPr/>
          </p:nvSpPr>
          <p:spPr>
            <a:xfrm flipH="false" flipV="false" rot="-10800000">
              <a:off x="0" y="728979"/>
              <a:ext cx="7665819" cy="4599491"/>
            </a:xfrm>
            <a:custGeom>
              <a:avLst/>
              <a:gdLst/>
              <a:ahLst/>
              <a:cxnLst/>
              <a:rect r="r" b="b" t="t" l="l"/>
              <a:pathLst>
                <a:path h="4599491" w="7665819">
                  <a:moveTo>
                    <a:pt x="0" y="0"/>
                  </a:moveTo>
                  <a:lnTo>
                    <a:pt x="7665819" y="0"/>
                  </a:lnTo>
                  <a:lnTo>
                    <a:pt x="7665819" y="4599491"/>
                  </a:lnTo>
                  <a:lnTo>
                    <a:pt x="0" y="4599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50208" y="1595703"/>
              <a:ext cx="7165402" cy="3319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Ce projet a été un véritable défi qui m'a fait apprécier tout l'intérêt de ce cours, et je tiens à remercier mes camarades pour leur travail ainsi que nos professeurs.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446539" y="-66675"/>
              <a:ext cx="2311718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Thomas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88023" y="5604611"/>
            <a:ext cx="4621444" cy="4510722"/>
            <a:chOff x="0" y="0"/>
            <a:chExt cx="6161926" cy="6014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1926" cy="5486400"/>
            </a:xfrm>
            <a:custGeom>
              <a:avLst/>
              <a:gdLst/>
              <a:ahLst/>
              <a:cxnLst/>
              <a:rect r="r" b="b" t="t" l="l"/>
              <a:pathLst>
                <a:path h="5486400" w="6161926">
                  <a:moveTo>
                    <a:pt x="0" y="0"/>
                  </a:moveTo>
                  <a:lnTo>
                    <a:pt x="6161926" y="0"/>
                  </a:lnTo>
                  <a:lnTo>
                    <a:pt x="616192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26106" y="-47625"/>
              <a:ext cx="6035819" cy="4546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3"/>
                </a:lnSpc>
              </a:pPr>
            </a:p>
            <a:p>
              <a:pPr algn="ctr">
                <a:lnSpc>
                  <a:spcPts val="3033"/>
                </a:lnSpc>
              </a:pPr>
              <a:r>
                <a:rPr lang="en-US" sz="2166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La gestion de ce projet de groupe a été complexe, mais les délais ont été respectés, le travail équitablement réparti, et chacun a pu exprimer son avis.</a:t>
              </a:r>
            </a:p>
            <a:p>
              <a:pPr algn="ctr">
                <a:lnSpc>
                  <a:spcPts val="3033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42271" y="5218642"/>
              <a:ext cx="2319655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Armand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2712" y="906145"/>
            <a:ext cx="5590608" cy="4388167"/>
            <a:chOff x="0" y="0"/>
            <a:chExt cx="7454145" cy="58508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25383" y="0"/>
              <a:ext cx="7228762" cy="5486400"/>
            </a:xfrm>
            <a:custGeom>
              <a:avLst/>
              <a:gdLst/>
              <a:ahLst/>
              <a:cxnLst/>
              <a:rect r="r" b="b" t="t" l="l"/>
              <a:pathLst>
                <a:path h="5486400" w="7228762">
                  <a:moveTo>
                    <a:pt x="0" y="0"/>
                  </a:moveTo>
                  <a:lnTo>
                    <a:pt x="7228762" y="0"/>
                  </a:lnTo>
                  <a:lnTo>
                    <a:pt x="722876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5055236"/>
              <a:ext cx="2360227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Cyril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868045"/>
            <a:ext cx="4700621" cy="291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Ce projet a permis de pratiquer a se concerter, de respecter les délais grâce à une bonne planification, et d'apprendre à utiliser GitHub, notamment pour créer un site enrichissant pour un CV.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254632" y="6000532"/>
            <a:ext cx="4358291" cy="4114800"/>
            <a:chOff x="0" y="0"/>
            <a:chExt cx="5811054" cy="548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8576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785764">
                  <a:moveTo>
                    <a:pt x="0" y="0"/>
                  </a:moveTo>
                  <a:lnTo>
                    <a:pt x="4785764" y="0"/>
                  </a:lnTo>
                  <a:lnTo>
                    <a:pt x="478576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5496" y="100069"/>
              <a:ext cx="4414772" cy="46282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5"/>
                </a:lnSpc>
              </a:pPr>
            </a:p>
            <a:p>
              <a:pPr algn="ctr">
                <a:lnSpc>
                  <a:spcPts val="2663"/>
                </a:lnSpc>
              </a:pPr>
              <a:r>
                <a:rPr lang="en-US" sz="1902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Ce cours m'a fait découvrir des outils essentiels à la gestion de projet et m'a permis de participer concrètement à sa réalisation.</a:t>
              </a:r>
            </a:p>
            <a:p>
              <a:pPr algn="ctr">
                <a:lnSpc>
                  <a:spcPts val="2663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600268" y="4653069"/>
              <a:ext cx="1210786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Loïc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2712" y="5732192"/>
            <a:ext cx="6523236" cy="3540665"/>
            <a:chOff x="0" y="0"/>
            <a:chExt cx="8697648" cy="47208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97648" cy="4192991"/>
            </a:xfrm>
            <a:custGeom>
              <a:avLst/>
              <a:gdLst/>
              <a:ahLst/>
              <a:cxnLst/>
              <a:rect r="r" b="b" t="t" l="l"/>
              <a:pathLst>
                <a:path h="4192991" w="8697648">
                  <a:moveTo>
                    <a:pt x="0" y="0"/>
                  </a:moveTo>
                  <a:lnTo>
                    <a:pt x="8697648" y="0"/>
                  </a:lnTo>
                  <a:lnTo>
                    <a:pt x="8697648" y="4192991"/>
                  </a:lnTo>
                  <a:lnTo>
                    <a:pt x="0" y="4192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335518" y="587940"/>
              <a:ext cx="8026612" cy="2201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b="true" sz="24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Ce cours m'a permis d’apprendre des outils importants pour le monde professionnel et de renforcer mon esprit d'équipe.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97342" y="3925233"/>
              <a:ext cx="1246029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Lina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08460" y="348766"/>
            <a:ext cx="5678798" cy="5255845"/>
            <a:chOff x="0" y="0"/>
            <a:chExt cx="7571730" cy="7007794"/>
          </a:xfrm>
        </p:grpSpPr>
        <p:sp>
          <p:nvSpPr>
            <p:cNvPr name="Freeform 25" id="25"/>
            <p:cNvSpPr/>
            <p:nvPr/>
          </p:nvSpPr>
          <p:spPr>
            <a:xfrm flipH="false" flipV="false" rot="547668">
              <a:off x="396218" y="453290"/>
              <a:ext cx="6152737" cy="5486400"/>
            </a:xfrm>
            <a:custGeom>
              <a:avLst/>
              <a:gdLst/>
              <a:ahLst/>
              <a:cxnLst/>
              <a:rect r="r" b="b" t="t" l="l"/>
              <a:pathLst>
                <a:path h="5486400" w="6152737">
                  <a:moveTo>
                    <a:pt x="0" y="0"/>
                  </a:moveTo>
                  <a:lnTo>
                    <a:pt x="6152736" y="0"/>
                  </a:lnTo>
                  <a:lnTo>
                    <a:pt x="615273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206831" y="1212751"/>
              <a:ext cx="3938564" cy="3929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Ce projet a été enrichissant sur le plan technique, et j'ai apprécié la coopération et l'engagement de chaque membre de l'équipe.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145395" y="6212140"/>
              <a:ext cx="2426335" cy="795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E58E1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Amadou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47020"/>
          </a:xfrm>
          <a:custGeom>
            <a:avLst/>
            <a:gdLst/>
            <a:ahLst/>
            <a:cxnLst/>
            <a:rect r="r" b="b" t="t" l="l"/>
            <a:pathLst>
              <a:path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04015" y="3138885"/>
            <a:ext cx="13122440" cy="3919503"/>
            <a:chOff x="0" y="0"/>
            <a:chExt cx="10970305" cy="3276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2780" y="2762665"/>
            <a:ext cx="13122440" cy="3919503"/>
            <a:chOff x="0" y="0"/>
            <a:chExt cx="10970305" cy="32766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0906805" cy="3213188"/>
            </a:xfrm>
            <a:custGeom>
              <a:avLst/>
              <a:gdLst/>
              <a:ahLst/>
              <a:cxnLst/>
              <a:rect r="r" b="b" t="t" l="l"/>
              <a:pathLst>
                <a:path h="3213188" w="10906805">
                  <a:moveTo>
                    <a:pt x="10814095" y="3213188"/>
                  </a:moveTo>
                  <a:lnTo>
                    <a:pt x="92710" y="3213188"/>
                  </a:lnTo>
                  <a:cubicBezTo>
                    <a:pt x="41910" y="3213188"/>
                    <a:pt x="0" y="3171278"/>
                    <a:pt x="0" y="312047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812825" y="0"/>
                  </a:lnTo>
                  <a:cubicBezTo>
                    <a:pt x="10863625" y="0"/>
                    <a:pt x="10905535" y="41910"/>
                    <a:pt x="10905535" y="92710"/>
                  </a:cubicBezTo>
                  <a:lnTo>
                    <a:pt x="10905535" y="3119208"/>
                  </a:lnTo>
                  <a:cubicBezTo>
                    <a:pt x="10906805" y="3171278"/>
                    <a:pt x="10864895" y="3213188"/>
                    <a:pt x="10814095" y="32131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0306" cy="3276688"/>
            </a:xfrm>
            <a:custGeom>
              <a:avLst/>
              <a:gdLst/>
              <a:ahLst/>
              <a:cxnLst/>
              <a:rect r="r" b="b" t="t" l="l"/>
              <a:pathLst>
                <a:path h="3276688" w="10970306">
                  <a:moveTo>
                    <a:pt x="10845845" y="59690"/>
                  </a:moveTo>
                  <a:cubicBezTo>
                    <a:pt x="10881405" y="59690"/>
                    <a:pt x="10910615" y="88900"/>
                    <a:pt x="10910615" y="124460"/>
                  </a:cubicBezTo>
                  <a:lnTo>
                    <a:pt x="10910615" y="3152229"/>
                  </a:lnTo>
                  <a:cubicBezTo>
                    <a:pt x="10910615" y="3187789"/>
                    <a:pt x="10881405" y="3216998"/>
                    <a:pt x="10845845" y="3216998"/>
                  </a:cubicBezTo>
                  <a:lnTo>
                    <a:pt x="124460" y="3216998"/>
                  </a:lnTo>
                  <a:cubicBezTo>
                    <a:pt x="88900" y="3216998"/>
                    <a:pt x="59690" y="3187789"/>
                    <a:pt x="59690" y="315222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845846" y="59690"/>
                  </a:lnTo>
                  <a:moveTo>
                    <a:pt x="1084584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152229"/>
                  </a:lnTo>
                  <a:cubicBezTo>
                    <a:pt x="0" y="3220808"/>
                    <a:pt x="55880" y="3276688"/>
                    <a:pt x="124460" y="3276688"/>
                  </a:cubicBezTo>
                  <a:lnTo>
                    <a:pt x="10845846" y="3276688"/>
                  </a:lnTo>
                  <a:cubicBezTo>
                    <a:pt x="10914425" y="3276688"/>
                    <a:pt x="10970306" y="3220808"/>
                    <a:pt x="10970306" y="3152229"/>
                  </a:cubicBezTo>
                  <a:lnTo>
                    <a:pt x="10970306" y="124460"/>
                  </a:lnTo>
                  <a:cubicBezTo>
                    <a:pt x="10970306" y="55880"/>
                    <a:pt x="10914425" y="0"/>
                    <a:pt x="108458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1946" y="3138885"/>
            <a:ext cx="11604108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Êtes-vous prêt</a:t>
            </a:r>
          </a:p>
          <a:p>
            <a:pPr algn="ctr">
              <a:lnSpc>
                <a:spcPts val="12480"/>
              </a:lnSpc>
            </a:pPr>
            <a:r>
              <a:rPr lang="en-US" sz="1040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à jouer 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2780" y="7421450"/>
            <a:ext cx="13443676" cy="757734"/>
          </a:xfrm>
          <a:custGeom>
            <a:avLst/>
            <a:gdLst/>
            <a:ahLst/>
            <a:cxnLst/>
            <a:rect r="r" b="b" t="t" l="l"/>
            <a:pathLst>
              <a:path h="757734" w="13443676">
                <a:moveTo>
                  <a:pt x="0" y="0"/>
                </a:moveTo>
                <a:lnTo>
                  <a:pt x="13443676" y="0"/>
                </a:lnTo>
                <a:lnTo>
                  <a:pt x="13443676" y="757734"/>
                </a:lnTo>
                <a:lnTo>
                  <a:pt x="0" y="75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DAGdLxk0oy0</dc:identifier>
  <dcterms:modified xsi:type="dcterms:W3CDTF">2011-08-01T06:04:30Z</dcterms:modified>
  <cp:revision>1</cp:revision>
  <dc:title>Gestion de projet</dc:title>
</cp:coreProperties>
</file>