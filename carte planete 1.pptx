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3.xml" ContentType="application/vnd.openxmlformats-officedocument.presentationml.slideMaster+xml"/>
  <Override PartName="/ppt/slideMasters/slideMaster21.xml" ContentType="application/vnd.openxmlformats-officedocument.presentationml.slideMaster+xml"/>
  <Override PartName="/ppt/slideMasters/slideMaster4.xml" ContentType="application/vnd.openxmlformats-officedocument.presentationml.slideMaster+xml"/>
  <Override PartName="/ppt/slideMasters/slideMaster22.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23.xml" ContentType="application/vnd.openxmlformats-officedocument.presentationml.slideMaster+xml"/>
  <Override PartName="/ppt/slideMasters/slideMaster7.xml" ContentType="application/vnd.openxmlformats-officedocument.presentationml.slideMaster+xml"/>
  <Override PartName="/ppt/slideMasters/slideMaster24.xml" ContentType="application/vnd.openxmlformats-officedocument.presentationml.slideMaster+xml"/>
  <Override PartName="/ppt/slideMasters/slideMaster8.xml" ContentType="application/vnd.openxmlformats-officedocument.presentationml.slideMaster+xml"/>
  <Override PartName="/ppt/slideMasters/slideMaster25.xml" ContentType="application/vnd.openxmlformats-officedocument.presentationml.slideMaster+xml"/>
  <Override PartName="/ppt/slideMasters/slideMaster9.xml" ContentType="application/vnd.openxmlformats-officedocument.presentationml.slideMaster+xml"/>
  <Override PartName="/ppt/slideMasters/slideMaster26.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_rels/slideMaster1.xml.rels" ContentType="application/vnd.openxmlformats-package.relationships+xml"/>
  <Override PartName="/ppt/slideMasters/_rels/slideMaster22.xml.rels" ContentType="application/vnd.openxmlformats-package.relationships+xml"/>
  <Override PartName="/ppt/slideMasters/_rels/slideMaster2.xml.rels" ContentType="application/vnd.openxmlformats-package.relationships+xml"/>
  <Override PartName="/ppt/slideMasters/_rels/slideMaster20.xml.rels" ContentType="application/vnd.openxmlformats-package.relationships+xml"/>
  <Override PartName="/ppt/slideMasters/_rels/slideMaster3.xml.rels" ContentType="application/vnd.openxmlformats-package.relationships+xml"/>
  <Override PartName="/ppt/slideMasters/_rels/slideMaster21.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23.xml.rels" ContentType="application/vnd.openxmlformats-package.relationships+xml"/>
  <Override PartName="/ppt/slideMasters/_rels/slideMaster6.xml.rels" ContentType="application/vnd.openxmlformats-package.relationships+xml"/>
  <Override PartName="/ppt/slideMasters/_rels/slideMaster24.xml.rels" ContentType="application/vnd.openxmlformats-package.relationships+xml"/>
  <Override PartName="/ppt/slideMasters/_rels/slideMaster7.xml.rels" ContentType="application/vnd.openxmlformats-package.relationships+xml"/>
  <Override PartName="/ppt/slideMasters/_rels/slideMaster25.xml.rels" ContentType="application/vnd.openxmlformats-package.relationships+xml"/>
  <Override PartName="/ppt/slideMasters/_rels/slideMaster8.xml.rels" ContentType="application/vnd.openxmlformats-package.relationships+xml"/>
  <Override PartName="/ppt/slideMasters/_rels/slideMaster26.xml.rels" ContentType="application/vnd.openxmlformats-package.relationships+xml"/>
  <Override PartName="/ppt/slideMasters/_rels/slideMaster9.xml.rels" ContentType="application/vnd.openxmlformats-package.relationships+xml"/>
  <Override PartName="/ppt/slideMasters/_rels/slideMaster10.xml.rels" ContentType="application/vnd.openxmlformats-package.relationships+xml"/>
  <Override PartName="/ppt/slideMasters/_rels/slideMaster11.xml.rels" ContentType="application/vnd.openxmlformats-package.relationships+xml"/>
  <Override PartName="/ppt/slideMasters/_rels/slideMaster12.xml.rels" ContentType="application/vnd.openxmlformats-package.relationships+xml"/>
  <Override PartName="/ppt/slideMasters/_rels/slideMaster13.xml.rels" ContentType="application/vnd.openxmlformats-package.relationships+xml"/>
  <Override PartName="/ppt/slideMasters/_rels/slideMaster14.xml.rels" ContentType="application/vnd.openxmlformats-package.relationships+xml"/>
  <Override PartName="/ppt/slideMasters/_rels/slideMaster15.xml.rels" ContentType="application/vnd.openxmlformats-package.relationships+xml"/>
  <Override PartName="/ppt/slideMasters/_rels/slideMaster16.xml.rels" ContentType="application/vnd.openxmlformats-package.relationships+xml"/>
  <Override PartName="/ppt/slideMasters/_rels/slideMaster17.xml.rels" ContentType="application/vnd.openxmlformats-package.relationships+xml"/>
  <Override PartName="/ppt/slideMasters/_rels/slideMaster18.xml.rels" ContentType="application/vnd.openxmlformats-package.relationships+xml"/>
  <Override PartName="/ppt/slideMasters/_rels/slideMaster19.xml.rels" ContentType="application/vnd.openxmlformats-package.relationships+xml"/>
  <Override PartName="/ppt/slideMasters/_rels/slideMaster27.xml.rels" ContentType="application/vnd.openxmlformats-package.relationships+xml"/>
  <Override PartName="/ppt/slideMasters/_rels/slideMaster28.xml.rels" ContentType="application/vnd.openxmlformats-package.relationships+xml"/>
  <Override PartName="/ppt/slideMasters/_rels/slideMaster29.xml.rels" ContentType="application/vnd.openxmlformats-package.relationships+xml"/>
  <Override PartName="/ppt/slideMasters/_rels/slideMaster30.xml.rels" ContentType="application/vnd.openxmlformats-package.relationships+xml"/>
  <Override PartName="/ppt/theme/theme26.xml" ContentType="application/vnd.openxmlformats-officedocument.theme+xml"/>
  <Override PartName="/ppt/theme/theme1.xml" ContentType="application/vnd.openxmlformats-officedocument.theme+xml"/>
  <Override PartName="/ppt/theme/theme27.xml" ContentType="application/vnd.openxmlformats-officedocument.theme+xml"/>
  <Override PartName="/ppt/theme/theme2.xml" ContentType="application/vnd.openxmlformats-officedocument.theme+xml"/>
  <Override PartName="/ppt/theme/theme28.xml" ContentType="application/vnd.openxmlformats-officedocument.theme+xml"/>
  <Override PartName="/ppt/theme/theme3.xml" ContentType="application/vnd.openxmlformats-officedocument.theme+xml"/>
  <Override PartName="/ppt/theme/theme29.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30.xml" ContentType="application/vnd.openxmlformats-officedocument.theme+xml"/>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3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_rels/slideLayout31.xml.rels" ContentType="application/vnd.openxmlformats-package.relationships+xml"/>
  <Override PartName="/ppt/slideLayouts/_rels/slideLayout1.xml.rels" ContentType="application/vnd.openxmlformats-package.relationships+xml"/>
  <Override PartName="/ppt/slideLayouts/_rels/slideLayout32.xml.rels" ContentType="application/vnd.openxmlformats-package.relationships+xml"/>
  <Override PartName="/ppt/slideLayouts/_rels/slideLayout2.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5.xml.rels" ContentType="application/vnd.openxmlformats-package.relationships+xml"/>
  <Override PartName="/ppt/slideLayouts/_rels/slideLayout5.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37.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7.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presProps.xml" ContentType="application/vnd.openxmlformats-officedocument.presentationml.presProps+xml"/>
  <Override PartName="/ppt/media/image1.jpeg" ContentType="image/jpeg"/>
  <Override PartName="/ppt/media/image3.png" ContentType="image/png"/>
  <Override PartName="/ppt/media/image2.png" ContentType="image/png"/>
  <Override PartName="/ppt/media/image4.jpeg" ContentType="image/jpeg"/>
  <Override PartName="/ppt/media/image5.jpeg" ContentType="image/jpeg"/>
  <Override PartName="/ppt/media/image7.png" ContentType="image/png"/>
  <Override PartName="/ppt/media/image6.png" ContentType="image/png"/>
  <Override PartName="/ppt/media/image8.png" ContentType="image/png"/>
  <Override PartName="/ppt/media/image9.png" ContentType="image/png"/>
  <Override PartName="/ppt/media/image10.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75" r:id="rId12"/>
    <p:sldMasterId id="2147483677" r:id="rId13"/>
    <p:sldMasterId id="2147483679" r:id="rId14"/>
    <p:sldMasterId id="2147483681" r:id="rId15"/>
    <p:sldMasterId id="2147483683" r:id="rId16"/>
    <p:sldMasterId id="2147483685" r:id="rId17"/>
    <p:sldMasterId id="2147483687" r:id="rId18"/>
    <p:sldMasterId id="2147483689" r:id="rId19"/>
    <p:sldMasterId id="2147483691" r:id="rId20"/>
    <p:sldMasterId id="2147483693" r:id="rId21"/>
    <p:sldMasterId id="2147483695" r:id="rId22"/>
    <p:sldMasterId id="2147483697" r:id="rId23"/>
    <p:sldMasterId id="2147483699" r:id="rId24"/>
    <p:sldMasterId id="2147483701" r:id="rId25"/>
    <p:sldMasterId id="2147483703" r:id="rId26"/>
    <p:sldMasterId id="2147483705" r:id="rId27"/>
    <p:sldMasterId id="2147483707" r:id="rId28"/>
    <p:sldMasterId id="2147483709" r:id="rId29"/>
    <p:sldMasterId id="2147483711" r:id="rId30"/>
    <p:sldMasterId id="2147483713" r:id="rId31"/>
  </p:sldMasterIdLst>
  <p:sldIdLst>
    <p:sldId id="256" r:id="rId32"/>
    <p:sldId id="257" r:id="rId33"/>
    <p:sldId id="258" r:id="rId34"/>
    <p:sldId id="259" r:id="rId35"/>
    <p:sldId id="260" r:id="rId36"/>
    <p:sldId id="261" r:id="rId37"/>
    <p:sldId id="262" r:id="rId38"/>
    <p:sldId id="263" r:id="rId39"/>
    <p:sldId id="264" r:id="rId40"/>
    <p:sldId id="265" r:id="rId41"/>
    <p:sldId id="266" r:id="rId42"/>
    <p:sldId id="267" r:id="rId43"/>
    <p:sldId id="268" r:id="rId44"/>
    <p:sldId id="269" r:id="rId45"/>
    <p:sldId id="270" r:id="rId46"/>
    <p:sldId id="271" r:id="rId47"/>
    <p:sldId id="272" r:id="rId48"/>
    <p:sldId id="273" r:id="rId49"/>
    <p:sldId id="274" r:id="rId50"/>
    <p:sldId id="275" r:id="rId51"/>
  </p:sldIdLst>
  <p:sldSz cx="5143500" cy="9144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 Target="slides/slide1.xml"/><Relationship Id="rId33" Type="http://schemas.openxmlformats.org/officeDocument/2006/relationships/slide" Target="slides/slide2.xml"/><Relationship Id="rId34" Type="http://schemas.openxmlformats.org/officeDocument/2006/relationships/slide" Target="slides/slide3.xml"/><Relationship Id="rId35" Type="http://schemas.openxmlformats.org/officeDocument/2006/relationships/slide" Target="slides/slide4.xml"/><Relationship Id="rId36" Type="http://schemas.openxmlformats.org/officeDocument/2006/relationships/slide" Target="slides/slide5.xml"/><Relationship Id="rId37" Type="http://schemas.openxmlformats.org/officeDocument/2006/relationships/slide" Target="slides/slide6.xml"/><Relationship Id="rId38" Type="http://schemas.openxmlformats.org/officeDocument/2006/relationships/slide" Target="slides/slide7.xml"/><Relationship Id="rId39" Type="http://schemas.openxmlformats.org/officeDocument/2006/relationships/slide" Target="slides/slide8.xml"/><Relationship Id="rId40" Type="http://schemas.openxmlformats.org/officeDocument/2006/relationships/slide" Target="slides/slide9.xml"/><Relationship Id="rId41" Type="http://schemas.openxmlformats.org/officeDocument/2006/relationships/slide" Target="slides/slide10.xml"/><Relationship Id="rId42" Type="http://schemas.openxmlformats.org/officeDocument/2006/relationships/slide" Target="slides/slide11.xml"/><Relationship Id="rId43" Type="http://schemas.openxmlformats.org/officeDocument/2006/relationships/slide" Target="slides/slide12.xml"/><Relationship Id="rId44" Type="http://schemas.openxmlformats.org/officeDocument/2006/relationships/slide" Target="slides/slide13.xml"/><Relationship Id="rId45" Type="http://schemas.openxmlformats.org/officeDocument/2006/relationships/slide" Target="slides/slide14.xml"/><Relationship Id="rId46" Type="http://schemas.openxmlformats.org/officeDocument/2006/relationships/slide" Target="slides/slide15.xml"/><Relationship Id="rId47" Type="http://schemas.openxmlformats.org/officeDocument/2006/relationships/slide" Target="slides/slide16.xml"/><Relationship Id="rId48" Type="http://schemas.openxmlformats.org/officeDocument/2006/relationships/slide" Target="slides/slide17.xml"/><Relationship Id="rId49" Type="http://schemas.openxmlformats.org/officeDocument/2006/relationships/slide" Target="slides/slide18.xml"/><Relationship Id="rId50" Type="http://schemas.openxmlformats.org/officeDocument/2006/relationships/slide" Target="slides/slide19.xml"/><Relationship Id="rId51" Type="http://schemas.openxmlformats.org/officeDocument/2006/relationships/slide" Target="slides/slide20.xml"/><Relationship Id="rId5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e de titre">
    <p:spTree>
      <p:nvGrpSpPr>
        <p:cNvPr id="1" name=""/>
        <p:cNvGrpSpPr/>
        <p:nvPr/>
      </p:nvGrpSpPr>
      <p:grpSpPr>
        <a:xfrm>
          <a:off x="0" y="0"/>
          <a:ext cx="0" cy="0"/>
          <a:chOff x="0" y="0"/>
          <a:chExt cx="0" cy="0"/>
        </a:xfrm>
      </p:grpSpPr>
      <p:sp>
        <p:nvSpPr>
          <p:cNvPr id="4"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lgn="ctr">
              <a:buNone/>
            </a:pPr>
            <a:endParaRPr b="0" lang="fr-FR" sz="4400" strike="noStrike" u="none">
              <a:solidFill>
                <a:srgbClr val="000000"/>
              </a:solidFill>
              <a:uFillTx/>
              <a:latin typeface="Arial"/>
            </a:endParaRPr>
          </a:p>
        </p:txBody>
      </p:sp>
      <p:sp>
        <p:nvSpPr>
          <p:cNvPr id="5" name="PlaceHolder 2"/>
          <p:cNvSpPr>
            <a:spLocks noGrp="1"/>
          </p:cNvSpPr>
          <p:nvPr>
            <p:ph type="subTitle"/>
          </p:nvPr>
        </p:nvSpPr>
        <p:spPr>
          <a:xfrm>
            <a:off x="353520" y="2434320"/>
            <a:ext cx="4434840" cy="5800320"/>
          </a:xfrm>
          <a:prstGeom prst="rect">
            <a:avLst/>
          </a:prstGeom>
          <a:noFill/>
          <a:ln w="0">
            <a:noFill/>
          </a:ln>
        </p:spPr>
        <p:txBody>
          <a:bodyPr lIns="0" rIns="0" tIns="0" bIns="0" anchor="ctr">
            <a:noAutofit/>
          </a:bodyPr>
          <a:p>
            <a:pPr indent="0" algn="ctr">
              <a:buNone/>
            </a:pPr>
            <a:endParaRPr b="0" lang="fr-FR" sz="3200" strike="noStrike" u="none">
              <a:solidFill>
                <a:srgbClr val="000000"/>
              </a:solidFill>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B938379A-F75C-4B29-96A9-FED42EFB667F}" type="slidenum">
              <a:t>&lt;#&gt;</a:t>
            </a:fld>
          </a:p>
        </p:txBody>
      </p:sp>
      <p:sp>
        <p:nvSpPr>
          <p:cNvPr id="6" name="PlaceHolder 5"/>
          <p:cNvSpPr>
            <a:spLocks noGrp="1"/>
          </p:cNvSpPr>
          <p:nvPr>
            <p:ph type="dt" idx="3"/>
          </p:nvPr>
        </p:nvSpPr>
        <p:spPr/>
        <p:txBody>
          <a:bodyPr/>
          <a:p>
            <a:r>
              <a:rPr lang="fr-F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re et texte vertical">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F789349B-31F2-4D51-87B1-DD5137C1EADF}" type="slidenum">
              <a:t>&lt;#&gt;</a:t>
            </a:fld>
          </a:p>
        </p:txBody>
      </p:sp>
      <p:sp>
        <p:nvSpPr>
          <p:cNvPr id="4" name="PlaceHolder 3"/>
          <p:cNvSpPr>
            <a:spLocks noGrp="1"/>
          </p:cNvSpPr>
          <p:nvPr>
            <p:ph type="dt" idx="6"/>
          </p:nvPr>
        </p:nvSpPr>
        <p:spPr/>
        <p:txBody>
          <a:bodyPr/>
          <a:p>
            <a:r>
              <a:rPr lang="fr-F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itre vertical et text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51E1ECA8-6581-4F45-BC59-4B6F4ED64167}" type="slidenum">
              <a:t>&lt;#&gt;</a:t>
            </a:fld>
          </a:p>
        </p:txBody>
      </p:sp>
      <p:sp>
        <p:nvSpPr>
          <p:cNvPr id="4" name="PlaceHolder 3"/>
          <p:cNvSpPr>
            <a:spLocks noGrp="1"/>
          </p:cNvSpPr>
          <p:nvPr>
            <p:ph type="dt" idx="9"/>
          </p:nvPr>
        </p:nvSpPr>
        <p:spPr/>
        <p:txBody>
          <a:bodyPr/>
          <a:p>
            <a:r>
              <a:rPr lang="fr-FR"/>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re et contenu">
    <p:spTree>
      <p:nvGrpSpPr>
        <p:cNvPr id="1" name=""/>
        <p:cNvGrpSpPr/>
        <p:nvPr/>
      </p:nvGrpSpPr>
      <p:grpSpPr>
        <a:xfrm>
          <a:off x="0" y="0"/>
          <a:ext cx="0" cy="0"/>
          <a:chOff x="0" y="0"/>
          <a:chExt cx="0" cy="0"/>
        </a:xfrm>
      </p:grpSpPr>
      <p:sp>
        <p:nvSpPr>
          <p:cNvPr id="16"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lgn="ctr">
              <a:buNone/>
            </a:pPr>
            <a:endParaRPr b="0" lang="fr-FR" sz="4400" strike="noStrike" u="none">
              <a:solidFill>
                <a:srgbClr val="000000"/>
              </a:solidFill>
              <a:uFillTx/>
              <a:latin typeface="Arial"/>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6E04A232-8C86-4341-A65F-7074BB4C2FCB}" type="slidenum">
              <a:t>&lt;#&gt;</a:t>
            </a:fld>
          </a:p>
        </p:txBody>
      </p:sp>
      <p:sp>
        <p:nvSpPr>
          <p:cNvPr id="5" name="PlaceHolder 4"/>
          <p:cNvSpPr>
            <a:spLocks noGrp="1"/>
          </p:cNvSpPr>
          <p:nvPr>
            <p:ph type="dt" idx="12"/>
          </p:nvPr>
        </p:nvSpPr>
        <p:spPr/>
        <p:txBody>
          <a:bodyPr/>
          <a:p>
            <a:r>
              <a:rPr lang="fr-FR"/>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Standard">
    <p:spTree>
      <p:nvGrpSpPr>
        <p:cNvPr id="1" name=""/>
        <p:cNvGrpSpPr/>
        <p:nvPr/>
      </p:nvGrpSpPr>
      <p:grpSpPr>
        <a:xfrm>
          <a:off x="0" y="0"/>
          <a:ext cx="0" cy="0"/>
          <a:chOff x="0" y="0"/>
          <a:chExt cx="0" cy="0"/>
        </a:xfrm>
      </p:grpSpPr>
      <p:sp>
        <p:nvSpPr>
          <p:cNvPr id="23"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lgn="ctr">
              <a:buNone/>
            </a:pPr>
            <a:endParaRPr b="0" lang="fr-FR" sz="4400" strike="noStrike" u="none">
              <a:solidFill>
                <a:srgbClr val="000000"/>
              </a:solidFill>
              <a:uFillTx/>
              <a:latin typeface="Arial"/>
            </a:endParaRPr>
          </a:p>
        </p:txBody>
      </p:sp>
      <p:sp>
        <p:nvSpPr>
          <p:cNvPr id="24" name="PlaceHolder 2"/>
          <p:cNvSpPr>
            <a:spLocks noGrp="1"/>
          </p:cNvSpPr>
          <p:nvPr>
            <p:ph/>
          </p:nvPr>
        </p:nvSpPr>
        <p:spPr>
          <a:xfrm>
            <a:off x="353520" y="2434320"/>
            <a:ext cx="2163960" cy="5800320"/>
          </a:xfrm>
          <a:prstGeom prst="rect">
            <a:avLst/>
          </a:prstGeom>
          <a:noFill/>
          <a:ln w="0">
            <a:noFill/>
          </a:ln>
        </p:spPr>
        <p:txBody>
          <a:bodyPr lIns="0" rIns="0" tIns="0" bIns="0" anchor="t">
            <a:normAutofit/>
          </a:bodyPr>
          <a:p>
            <a:pPr indent="0">
              <a:spcBef>
                <a:spcPts val="1417"/>
              </a:spcBef>
              <a:buNone/>
            </a:pPr>
            <a:endParaRPr b="0" lang="fr-FR" sz="3200" strike="noStrike" u="none">
              <a:solidFill>
                <a:srgbClr val="000000"/>
              </a:solidFill>
              <a:uFillTx/>
              <a:latin typeface="Arial"/>
            </a:endParaRPr>
          </a:p>
        </p:txBody>
      </p:sp>
      <p:sp>
        <p:nvSpPr>
          <p:cNvPr id="25" name="PlaceHolder 3"/>
          <p:cNvSpPr>
            <a:spLocks noGrp="1"/>
          </p:cNvSpPr>
          <p:nvPr>
            <p:ph/>
          </p:nvPr>
        </p:nvSpPr>
        <p:spPr>
          <a:xfrm>
            <a:off x="2626200" y="2434320"/>
            <a:ext cx="2163960" cy="5800320"/>
          </a:xfrm>
          <a:prstGeom prst="rect">
            <a:avLst/>
          </a:prstGeom>
          <a:noFill/>
          <a:ln w="0">
            <a:noFill/>
          </a:ln>
        </p:spPr>
        <p:txBody>
          <a:bodyPr lIns="0" rIns="0" tIns="0" bIns="0" anchor="t">
            <a:normAutofit/>
          </a:bodyPr>
          <a:p>
            <a:pPr indent="0">
              <a:spcBef>
                <a:spcPts val="1417"/>
              </a:spcBef>
              <a:buNone/>
            </a:pPr>
            <a:endParaRPr b="0" lang="fr-FR" sz="3200" strike="noStrike" u="none">
              <a:solidFill>
                <a:srgbClr val="000000"/>
              </a:solidFill>
              <a:uFillTx/>
              <a:latin typeface="Arial"/>
            </a:endParaRPr>
          </a:p>
        </p:txBody>
      </p:sp>
      <p:sp>
        <p:nvSpPr>
          <p:cNvPr id="5" name="PlaceHolder 4"/>
          <p:cNvSpPr>
            <a:spLocks noGrp="1"/>
          </p:cNvSpPr>
          <p:nvPr>
            <p:ph type="ftr" idx="13"/>
          </p:nvPr>
        </p:nvSpPr>
        <p:spPr/>
        <p:txBody>
          <a:bodyPr/>
          <a:p>
            <a:r>
              <a:t>Footer</a:t>
            </a:r>
          </a:p>
        </p:txBody>
      </p:sp>
      <p:sp>
        <p:nvSpPr>
          <p:cNvPr id="6" name="PlaceHolder 5"/>
          <p:cNvSpPr>
            <a:spLocks noGrp="1"/>
          </p:cNvSpPr>
          <p:nvPr>
            <p:ph type="sldNum" idx="14"/>
          </p:nvPr>
        </p:nvSpPr>
        <p:spPr/>
        <p:txBody>
          <a:bodyPr/>
          <a:p>
            <a:fld id="{CE3DCE46-B340-4D24-AA2C-60C7131210F8}" type="slidenum">
              <a:t>&lt;#&gt;</a:t>
            </a:fld>
          </a:p>
        </p:txBody>
      </p:sp>
      <p:sp>
        <p:nvSpPr>
          <p:cNvPr id="7" name="PlaceHolder 6"/>
          <p:cNvSpPr>
            <a:spLocks noGrp="1"/>
          </p:cNvSpPr>
          <p:nvPr>
            <p:ph type="dt" idx="15"/>
          </p:nvPr>
        </p:nvSpPr>
        <p:spPr/>
        <p:txBody>
          <a:bodyPr/>
          <a:p>
            <a:r>
              <a:rPr lang="fr-FR"/>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Standard 1">
    <p:spTree>
      <p:nvGrpSpPr>
        <p:cNvPr id="1" name=""/>
        <p:cNvGrpSpPr/>
        <p:nvPr/>
      </p:nvGrpSpPr>
      <p:grpSpPr>
        <a:xfrm>
          <a:off x="0" y="0"/>
          <a:ext cx="0" cy="0"/>
          <a:chOff x="0" y="0"/>
          <a:chExt cx="0" cy="0"/>
        </a:xfrm>
      </p:grpSpPr>
      <p:sp>
        <p:nvSpPr>
          <p:cNvPr id="32"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lgn="ctr">
              <a:buNone/>
            </a:pPr>
            <a:endParaRPr b="0" lang="fr-FR" sz="4400" strike="noStrike" u="none">
              <a:solidFill>
                <a:srgbClr val="000000"/>
              </a:solidFill>
              <a:uFillTx/>
              <a:latin typeface="Arial"/>
            </a:endParaRPr>
          </a:p>
        </p:txBody>
      </p:sp>
      <p:sp>
        <p:nvSpPr>
          <p:cNvPr id="33" name="PlaceHolder 2"/>
          <p:cNvSpPr>
            <a:spLocks noGrp="1"/>
          </p:cNvSpPr>
          <p:nvPr>
            <p:ph/>
          </p:nvPr>
        </p:nvSpPr>
        <p:spPr>
          <a:xfrm>
            <a:off x="353520" y="2434320"/>
            <a:ext cx="2163960" cy="5800320"/>
          </a:xfrm>
          <a:prstGeom prst="rect">
            <a:avLst/>
          </a:prstGeom>
          <a:noFill/>
          <a:ln w="0">
            <a:noFill/>
          </a:ln>
        </p:spPr>
        <p:txBody>
          <a:bodyPr lIns="0" rIns="0" tIns="0" bIns="0" anchor="t">
            <a:normAutofit/>
          </a:bodyPr>
          <a:p>
            <a:pPr indent="0">
              <a:spcBef>
                <a:spcPts val="1417"/>
              </a:spcBef>
              <a:buNone/>
            </a:pPr>
            <a:endParaRPr b="0" lang="fr-FR" sz="3200" strike="noStrike" u="none">
              <a:solidFill>
                <a:srgbClr val="000000"/>
              </a:solidFill>
              <a:uFillTx/>
              <a:latin typeface="Arial"/>
            </a:endParaRPr>
          </a:p>
        </p:txBody>
      </p:sp>
      <p:sp>
        <p:nvSpPr>
          <p:cNvPr id="34" name="PlaceHolder 3"/>
          <p:cNvSpPr>
            <a:spLocks noGrp="1"/>
          </p:cNvSpPr>
          <p:nvPr>
            <p:ph/>
          </p:nvPr>
        </p:nvSpPr>
        <p:spPr>
          <a:xfrm>
            <a:off x="2626200" y="2434320"/>
            <a:ext cx="2163960" cy="5800320"/>
          </a:xfrm>
          <a:prstGeom prst="rect">
            <a:avLst/>
          </a:prstGeom>
          <a:noFill/>
          <a:ln w="0">
            <a:noFill/>
          </a:ln>
        </p:spPr>
        <p:txBody>
          <a:bodyPr lIns="0" rIns="0" tIns="0" bIns="0" anchor="t">
            <a:normAutofit/>
          </a:bodyPr>
          <a:p>
            <a:pPr indent="0">
              <a:spcBef>
                <a:spcPts val="1417"/>
              </a:spcBef>
              <a:buNone/>
            </a:pPr>
            <a:endParaRPr b="0" lang="fr-FR" sz="3200" strike="noStrike" u="none">
              <a:solidFill>
                <a:srgbClr val="000000"/>
              </a:solidFill>
              <a:uFillTx/>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D0919413-D61D-4382-B04E-0E1E9CF12E31}" type="slidenum">
              <a:t>&lt;#&gt;</a:t>
            </a:fld>
          </a:p>
        </p:txBody>
      </p:sp>
      <p:sp>
        <p:nvSpPr>
          <p:cNvPr id="7" name="PlaceHolder 6"/>
          <p:cNvSpPr>
            <a:spLocks noGrp="1"/>
          </p:cNvSpPr>
          <p:nvPr>
            <p:ph type="dt" idx="18"/>
          </p:nvPr>
        </p:nvSpPr>
        <p:spPr/>
        <p:txBody>
          <a:bodyPr/>
          <a:p>
            <a:r>
              <a:rPr lang="fr-FR"/>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tandard 2">
    <p:spTree>
      <p:nvGrpSpPr>
        <p:cNvPr id="1" name=""/>
        <p:cNvGrpSpPr/>
        <p:nvPr/>
      </p:nvGrpSpPr>
      <p:grpSpPr>
        <a:xfrm>
          <a:off x="0" y="0"/>
          <a:ext cx="0" cy="0"/>
          <a:chOff x="0" y="0"/>
          <a:chExt cx="0" cy="0"/>
        </a:xfrm>
      </p:grpSpPr>
      <p:sp>
        <p:nvSpPr>
          <p:cNvPr id="39"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lgn="ctr">
              <a:buNone/>
            </a:pPr>
            <a:endParaRPr b="0" lang="fr-FR" sz="4400" strike="noStrike" u="none">
              <a:solidFill>
                <a:srgbClr val="000000"/>
              </a:solidFill>
              <a:uFillTx/>
              <a:latin typeface="Arial"/>
            </a:endParaRPr>
          </a:p>
        </p:txBody>
      </p:sp>
      <p:sp>
        <p:nvSpPr>
          <p:cNvPr id="3" name="PlaceHolder 2"/>
          <p:cNvSpPr>
            <a:spLocks noGrp="1"/>
          </p:cNvSpPr>
          <p:nvPr>
            <p:ph type="ftr" idx="19"/>
          </p:nvPr>
        </p:nvSpPr>
        <p:spPr/>
        <p:txBody>
          <a:bodyPr/>
          <a:p>
            <a:r>
              <a:t>Footer</a:t>
            </a:r>
          </a:p>
        </p:txBody>
      </p:sp>
      <p:sp>
        <p:nvSpPr>
          <p:cNvPr id="4" name="PlaceHolder 3"/>
          <p:cNvSpPr>
            <a:spLocks noGrp="1"/>
          </p:cNvSpPr>
          <p:nvPr>
            <p:ph type="sldNum" idx="20"/>
          </p:nvPr>
        </p:nvSpPr>
        <p:spPr/>
        <p:txBody>
          <a:bodyPr/>
          <a:p>
            <a:fld id="{2D7ADD1A-AB89-44A4-A079-E7D834C99C92}" type="slidenum">
              <a:t>&lt;#&gt;</a:t>
            </a:fld>
          </a:p>
        </p:txBody>
      </p:sp>
      <p:sp>
        <p:nvSpPr>
          <p:cNvPr id="5" name="PlaceHolder 4"/>
          <p:cNvSpPr>
            <a:spLocks noGrp="1"/>
          </p:cNvSpPr>
          <p:nvPr>
            <p:ph type="dt" idx="21"/>
          </p:nvPr>
        </p:nvSpPr>
        <p:spPr/>
        <p:txBody>
          <a:bodyPr/>
          <a:p>
            <a:r>
              <a:rPr lang="fr-FR"/>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Standard 3">
    <p:spTree>
      <p:nvGrpSpPr>
        <p:cNvPr id="1" name=""/>
        <p:cNvGrpSpPr/>
        <p:nvPr/>
      </p:nvGrpSpPr>
      <p:grpSpPr>
        <a:xfrm>
          <a:off x="0" y="0"/>
          <a:ext cx="0" cy="0"/>
          <a:chOff x="0" y="0"/>
          <a:chExt cx="0" cy="0"/>
        </a:xfrm>
      </p:grpSpPr>
      <p:sp>
        <p:nvSpPr>
          <p:cNvPr id="46"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lgn="ctr">
              <a:buNone/>
            </a:pPr>
            <a:endParaRPr b="0" lang="fr-FR" sz="4400" strike="noStrike" u="none">
              <a:solidFill>
                <a:srgbClr val="000000"/>
              </a:solidFill>
              <a:uFillTx/>
              <a:latin typeface="Arial"/>
            </a:endParaRPr>
          </a:p>
        </p:txBody>
      </p:sp>
      <p:sp>
        <p:nvSpPr>
          <p:cNvPr id="47" name="PlaceHolder 2"/>
          <p:cNvSpPr>
            <a:spLocks noGrp="1"/>
          </p:cNvSpPr>
          <p:nvPr>
            <p:ph/>
          </p:nvPr>
        </p:nvSpPr>
        <p:spPr>
          <a:xfrm>
            <a:off x="353520" y="2434320"/>
            <a:ext cx="2163960" cy="5800320"/>
          </a:xfrm>
          <a:prstGeom prst="rect">
            <a:avLst/>
          </a:prstGeom>
          <a:noFill/>
          <a:ln w="0">
            <a:noFill/>
          </a:ln>
        </p:spPr>
        <p:txBody>
          <a:bodyPr lIns="0" rIns="0" tIns="0" bIns="0" anchor="t">
            <a:normAutofit/>
          </a:bodyPr>
          <a:p>
            <a:pPr indent="0">
              <a:spcBef>
                <a:spcPts val="1417"/>
              </a:spcBef>
              <a:buNone/>
            </a:pPr>
            <a:endParaRPr b="0" lang="fr-FR" sz="3200" strike="noStrike" u="none">
              <a:solidFill>
                <a:srgbClr val="000000"/>
              </a:solidFill>
              <a:uFillTx/>
              <a:latin typeface="Arial"/>
            </a:endParaRPr>
          </a:p>
        </p:txBody>
      </p:sp>
      <p:sp>
        <p:nvSpPr>
          <p:cNvPr id="48" name="PlaceHolder 3"/>
          <p:cNvSpPr>
            <a:spLocks noGrp="1"/>
          </p:cNvSpPr>
          <p:nvPr>
            <p:ph/>
          </p:nvPr>
        </p:nvSpPr>
        <p:spPr>
          <a:xfrm>
            <a:off x="2626200" y="2434320"/>
            <a:ext cx="2163960" cy="5800320"/>
          </a:xfrm>
          <a:prstGeom prst="rect">
            <a:avLst/>
          </a:prstGeom>
          <a:noFill/>
          <a:ln w="0">
            <a:noFill/>
          </a:ln>
        </p:spPr>
        <p:txBody>
          <a:bodyPr lIns="0" rIns="0" tIns="0" bIns="0" anchor="t">
            <a:normAutofit/>
          </a:bodyPr>
          <a:p>
            <a:pPr indent="0">
              <a:spcBef>
                <a:spcPts val="1417"/>
              </a:spcBef>
              <a:buNone/>
            </a:pPr>
            <a:endParaRPr b="0" lang="fr-FR" sz="3200" strike="noStrike" u="none">
              <a:solidFill>
                <a:srgbClr val="000000"/>
              </a:solidFill>
              <a:uFillTx/>
              <a:latin typeface="Arial"/>
            </a:endParaRPr>
          </a:p>
        </p:txBody>
      </p:sp>
      <p:sp>
        <p:nvSpPr>
          <p:cNvPr id="5" name="PlaceHolder 4"/>
          <p:cNvSpPr>
            <a:spLocks noGrp="1"/>
          </p:cNvSpPr>
          <p:nvPr>
            <p:ph type="ftr" idx="22"/>
          </p:nvPr>
        </p:nvSpPr>
        <p:spPr/>
        <p:txBody>
          <a:bodyPr/>
          <a:p>
            <a:r>
              <a:t>Footer</a:t>
            </a:r>
          </a:p>
        </p:txBody>
      </p:sp>
      <p:sp>
        <p:nvSpPr>
          <p:cNvPr id="6" name="PlaceHolder 5"/>
          <p:cNvSpPr>
            <a:spLocks noGrp="1"/>
          </p:cNvSpPr>
          <p:nvPr>
            <p:ph type="sldNum" idx="23"/>
          </p:nvPr>
        </p:nvSpPr>
        <p:spPr/>
        <p:txBody>
          <a:bodyPr/>
          <a:p>
            <a:fld id="{98799792-9C63-4130-A264-32747003AE26}" type="slidenum">
              <a:t>&lt;#&gt;</a:t>
            </a:fld>
          </a:p>
        </p:txBody>
      </p:sp>
      <p:sp>
        <p:nvSpPr>
          <p:cNvPr id="7" name="PlaceHolder 6"/>
          <p:cNvSpPr>
            <a:spLocks noGrp="1"/>
          </p:cNvSpPr>
          <p:nvPr>
            <p:ph type="dt" idx="24"/>
          </p:nvPr>
        </p:nvSpPr>
        <p:spPr/>
        <p:txBody>
          <a:bodyPr/>
          <a:p>
            <a:r>
              <a:rPr lang="fr-FR"/>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tandard 4">
    <p:spTree>
      <p:nvGrpSpPr>
        <p:cNvPr id="1" name=""/>
        <p:cNvGrpSpPr/>
        <p:nvPr/>
      </p:nvGrpSpPr>
      <p:grpSpPr>
        <a:xfrm>
          <a:off x="0" y="0"/>
          <a:ext cx="0" cy="0"/>
          <a:chOff x="0" y="0"/>
          <a:chExt cx="0" cy="0"/>
        </a:xfrm>
      </p:grpSpPr>
      <p:sp>
        <p:nvSpPr>
          <p:cNvPr id="53"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lgn="ctr">
              <a:buNone/>
            </a:pPr>
            <a:endParaRPr b="0" lang="fr-FR" sz="4400" strike="noStrike" u="none">
              <a:solidFill>
                <a:srgbClr val="000000"/>
              </a:solidFill>
              <a:uFillTx/>
              <a:latin typeface="Arial"/>
            </a:endParaRPr>
          </a:p>
        </p:txBody>
      </p:sp>
      <p:sp>
        <p:nvSpPr>
          <p:cNvPr id="3" name="PlaceHolder 2"/>
          <p:cNvSpPr>
            <a:spLocks noGrp="1"/>
          </p:cNvSpPr>
          <p:nvPr>
            <p:ph type="ftr" idx="25"/>
          </p:nvPr>
        </p:nvSpPr>
        <p:spPr/>
        <p:txBody>
          <a:bodyPr/>
          <a:p>
            <a:r>
              <a:t>Footer</a:t>
            </a:r>
          </a:p>
        </p:txBody>
      </p:sp>
      <p:sp>
        <p:nvSpPr>
          <p:cNvPr id="4" name="PlaceHolder 3"/>
          <p:cNvSpPr>
            <a:spLocks noGrp="1"/>
          </p:cNvSpPr>
          <p:nvPr>
            <p:ph type="sldNum" idx="26"/>
          </p:nvPr>
        </p:nvSpPr>
        <p:spPr/>
        <p:txBody>
          <a:bodyPr/>
          <a:p>
            <a:fld id="{A693CB3F-66CB-4050-86E5-8CC617B1F261}" type="slidenum">
              <a:t>&lt;#&gt;</a:t>
            </a:fld>
          </a:p>
        </p:txBody>
      </p:sp>
      <p:sp>
        <p:nvSpPr>
          <p:cNvPr id="5" name="PlaceHolder 4"/>
          <p:cNvSpPr>
            <a:spLocks noGrp="1"/>
          </p:cNvSpPr>
          <p:nvPr>
            <p:ph type="dt" idx="27"/>
          </p:nvPr>
        </p:nvSpPr>
        <p:spPr/>
        <p:txBody>
          <a:bodyPr/>
          <a:p>
            <a:r>
              <a:rPr lang="fr-FR"/>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Standard 5">
    <p:spTree>
      <p:nvGrpSpPr>
        <p:cNvPr id="1" name=""/>
        <p:cNvGrpSpPr/>
        <p:nvPr/>
      </p:nvGrpSpPr>
      <p:grpSpPr>
        <a:xfrm>
          <a:off x="0" y="0"/>
          <a:ext cx="0" cy="0"/>
          <a:chOff x="0" y="0"/>
          <a:chExt cx="0" cy="0"/>
        </a:xfrm>
      </p:grpSpPr>
      <p:sp>
        <p:nvSpPr>
          <p:cNvPr id="59"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lgn="ctr">
              <a:buNone/>
            </a:pPr>
            <a:endParaRPr b="0" lang="fr-FR" sz="4400" strike="noStrike" u="none">
              <a:solidFill>
                <a:srgbClr val="000000"/>
              </a:solidFill>
              <a:uFillTx/>
              <a:latin typeface="Arial"/>
            </a:endParaRPr>
          </a:p>
        </p:txBody>
      </p:sp>
      <p:sp>
        <p:nvSpPr>
          <p:cNvPr id="60" name="PlaceHolder 2"/>
          <p:cNvSpPr>
            <a:spLocks noGrp="1"/>
          </p:cNvSpPr>
          <p:nvPr>
            <p:ph/>
          </p:nvPr>
        </p:nvSpPr>
        <p:spPr>
          <a:xfrm>
            <a:off x="353520" y="2434320"/>
            <a:ext cx="2163960" cy="5800320"/>
          </a:xfrm>
          <a:prstGeom prst="rect">
            <a:avLst/>
          </a:prstGeom>
          <a:noFill/>
          <a:ln w="0">
            <a:noFill/>
          </a:ln>
        </p:spPr>
        <p:txBody>
          <a:bodyPr lIns="0" rIns="0" tIns="0" bIns="0" anchor="t">
            <a:normAutofit/>
          </a:bodyPr>
          <a:p>
            <a:pPr indent="0">
              <a:spcBef>
                <a:spcPts val="1417"/>
              </a:spcBef>
              <a:buNone/>
            </a:pPr>
            <a:endParaRPr b="0" lang="fr-FR" sz="3200" strike="noStrike" u="none">
              <a:solidFill>
                <a:srgbClr val="000000"/>
              </a:solidFill>
              <a:uFillTx/>
              <a:latin typeface="Arial"/>
            </a:endParaRPr>
          </a:p>
        </p:txBody>
      </p:sp>
      <p:sp>
        <p:nvSpPr>
          <p:cNvPr id="61" name="PlaceHolder 3"/>
          <p:cNvSpPr>
            <a:spLocks noGrp="1"/>
          </p:cNvSpPr>
          <p:nvPr>
            <p:ph/>
          </p:nvPr>
        </p:nvSpPr>
        <p:spPr>
          <a:xfrm>
            <a:off x="2626200" y="2434320"/>
            <a:ext cx="2163960" cy="5800320"/>
          </a:xfrm>
          <a:prstGeom prst="rect">
            <a:avLst/>
          </a:prstGeom>
          <a:noFill/>
          <a:ln w="0">
            <a:noFill/>
          </a:ln>
        </p:spPr>
        <p:txBody>
          <a:bodyPr lIns="0" rIns="0" tIns="0" bIns="0" anchor="t">
            <a:normAutofit/>
          </a:bodyPr>
          <a:p>
            <a:pPr indent="0">
              <a:spcBef>
                <a:spcPts val="1417"/>
              </a:spcBef>
              <a:buNone/>
            </a:pPr>
            <a:endParaRPr b="0" lang="fr-FR" sz="3200" strike="noStrike" u="none">
              <a:solidFill>
                <a:srgbClr val="000000"/>
              </a:solidFill>
              <a:uFillTx/>
              <a:latin typeface="Arial"/>
            </a:endParaRPr>
          </a:p>
        </p:txBody>
      </p:sp>
      <p:sp>
        <p:nvSpPr>
          <p:cNvPr id="5" name="PlaceHolder 4"/>
          <p:cNvSpPr>
            <a:spLocks noGrp="1"/>
          </p:cNvSpPr>
          <p:nvPr>
            <p:ph type="ftr" idx="28"/>
          </p:nvPr>
        </p:nvSpPr>
        <p:spPr/>
        <p:txBody>
          <a:bodyPr/>
          <a:p>
            <a:r>
              <a:t>Footer</a:t>
            </a:r>
          </a:p>
        </p:txBody>
      </p:sp>
      <p:sp>
        <p:nvSpPr>
          <p:cNvPr id="6" name="PlaceHolder 5"/>
          <p:cNvSpPr>
            <a:spLocks noGrp="1"/>
          </p:cNvSpPr>
          <p:nvPr>
            <p:ph type="sldNum" idx="29"/>
          </p:nvPr>
        </p:nvSpPr>
        <p:spPr/>
        <p:txBody>
          <a:bodyPr/>
          <a:p>
            <a:fld id="{7C05F725-6AEC-47F6-A14E-5A1C4AA05BD6}" type="slidenum">
              <a:t>&lt;#&gt;</a:t>
            </a:fld>
          </a:p>
        </p:txBody>
      </p:sp>
      <p:sp>
        <p:nvSpPr>
          <p:cNvPr id="7" name="PlaceHolder 6"/>
          <p:cNvSpPr>
            <a:spLocks noGrp="1"/>
          </p:cNvSpPr>
          <p:nvPr>
            <p:ph type="dt" idx="30"/>
          </p:nvPr>
        </p:nvSpPr>
        <p:spPr/>
        <p:txBody>
          <a:bodyPr/>
          <a:p>
            <a:r>
              <a:rPr lang="fr-FR"/>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tandard 5">
    <p:spTree>
      <p:nvGrpSpPr>
        <p:cNvPr id="1" name=""/>
        <p:cNvGrpSpPr/>
        <p:nvPr/>
      </p:nvGrpSpPr>
      <p:grpSpPr>
        <a:xfrm>
          <a:off x="0" y="0"/>
          <a:ext cx="0" cy="0"/>
          <a:chOff x="0" y="0"/>
          <a:chExt cx="0" cy="0"/>
        </a:xfrm>
      </p:grpSpPr>
      <p:sp>
        <p:nvSpPr>
          <p:cNvPr id="62"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lgn="ctr">
              <a:buNone/>
            </a:pPr>
            <a:endParaRPr b="0" lang="fr-FR" sz="4400" strike="noStrike" u="none">
              <a:solidFill>
                <a:srgbClr val="000000"/>
              </a:solidFill>
              <a:uFillTx/>
              <a:latin typeface="Arial"/>
            </a:endParaRPr>
          </a:p>
        </p:txBody>
      </p:sp>
      <p:sp>
        <p:nvSpPr>
          <p:cNvPr id="3" name="PlaceHolder 2"/>
          <p:cNvSpPr>
            <a:spLocks noGrp="1"/>
          </p:cNvSpPr>
          <p:nvPr>
            <p:ph type="ftr" idx="28"/>
          </p:nvPr>
        </p:nvSpPr>
        <p:spPr/>
        <p:txBody>
          <a:bodyPr/>
          <a:p>
            <a:r>
              <a:t>Footer</a:t>
            </a:r>
          </a:p>
        </p:txBody>
      </p:sp>
      <p:sp>
        <p:nvSpPr>
          <p:cNvPr id="4" name="PlaceHolder 3"/>
          <p:cNvSpPr>
            <a:spLocks noGrp="1"/>
          </p:cNvSpPr>
          <p:nvPr>
            <p:ph type="sldNum" idx="29"/>
          </p:nvPr>
        </p:nvSpPr>
        <p:spPr/>
        <p:txBody>
          <a:bodyPr/>
          <a:p>
            <a:fld id="{C8A10A24-F6D2-4135-BC21-B281551B45DC}" type="slidenum">
              <a:t>&lt;#&gt;</a:t>
            </a:fld>
          </a:p>
        </p:txBody>
      </p:sp>
      <p:sp>
        <p:nvSpPr>
          <p:cNvPr id="5" name="PlaceHolder 4"/>
          <p:cNvSpPr>
            <a:spLocks noGrp="1"/>
          </p:cNvSpPr>
          <p:nvPr>
            <p:ph type="dt" idx="30"/>
          </p:nvPr>
        </p:nvSpPr>
        <p:spPr/>
        <p:txBody>
          <a:bodyPr/>
          <a:p>
            <a:r>
              <a:rPr lang="fr-FR"/>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Standard 5">
    <p:spTree>
      <p:nvGrpSpPr>
        <p:cNvPr id="1" name=""/>
        <p:cNvGrpSpPr/>
        <p:nvPr/>
      </p:nvGrpSpPr>
      <p:grpSpPr>
        <a:xfrm>
          <a:off x="0" y="0"/>
          <a:ext cx="0" cy="0"/>
          <a:chOff x="0" y="0"/>
          <a:chExt cx="0" cy="0"/>
        </a:xfrm>
      </p:grpSpPr>
      <p:sp>
        <p:nvSpPr>
          <p:cNvPr id="63"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lgn="ctr">
              <a:buNone/>
            </a:pPr>
            <a:endParaRPr b="0" lang="fr-FR" sz="4400" strike="noStrike" u="none">
              <a:solidFill>
                <a:srgbClr val="000000"/>
              </a:solidFill>
              <a:uFillTx/>
              <a:latin typeface="Arial"/>
            </a:endParaRPr>
          </a:p>
        </p:txBody>
      </p:sp>
      <p:sp>
        <p:nvSpPr>
          <p:cNvPr id="64" name="PlaceHolder 2"/>
          <p:cNvSpPr>
            <a:spLocks noGrp="1"/>
          </p:cNvSpPr>
          <p:nvPr>
            <p:ph/>
          </p:nvPr>
        </p:nvSpPr>
        <p:spPr>
          <a:xfrm>
            <a:off x="353520" y="2434320"/>
            <a:ext cx="4434840" cy="5800320"/>
          </a:xfrm>
          <a:prstGeom prst="rect">
            <a:avLst/>
          </a:prstGeom>
          <a:noFill/>
          <a:ln w="0">
            <a:noFill/>
          </a:ln>
        </p:spPr>
        <p:txBody>
          <a:bodyPr lIns="0" rIns="0" tIns="0" bIns="0" anchor="t">
            <a:normAutofit/>
          </a:bodyPr>
          <a:p>
            <a:pPr indent="0">
              <a:spcBef>
                <a:spcPts val="1417"/>
              </a:spcBef>
              <a:buNone/>
            </a:pPr>
            <a:endParaRPr b="0" lang="fr-FR" sz="3200" strike="noStrike" u="none">
              <a:solidFill>
                <a:srgbClr val="000000"/>
              </a:solidFill>
              <a:uFillTx/>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EDEA6E64-6FC4-48D3-8DB9-5596D63228A0}" type="slidenum">
              <a:t>&lt;#&gt;</a:t>
            </a:fld>
          </a:p>
        </p:txBody>
      </p:sp>
      <p:sp>
        <p:nvSpPr>
          <p:cNvPr id="6" name="PlaceHolder 5"/>
          <p:cNvSpPr>
            <a:spLocks noGrp="1"/>
          </p:cNvSpPr>
          <p:nvPr>
            <p:ph type="dt" idx="30"/>
          </p:nvPr>
        </p:nvSpPr>
        <p:spPr/>
        <p:txBody>
          <a:bodyPr/>
          <a:p>
            <a:r>
              <a:rPr lang="fr-FR"/>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Standard 5">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3CCF1713-6154-49FF-B281-6246E22FF084}" type="slidenum">
              <a:t>&lt;#&gt;</a:t>
            </a:fld>
          </a:p>
        </p:txBody>
      </p:sp>
      <p:sp>
        <p:nvSpPr>
          <p:cNvPr id="4" name="PlaceHolder 3"/>
          <p:cNvSpPr>
            <a:spLocks noGrp="1"/>
          </p:cNvSpPr>
          <p:nvPr>
            <p:ph type="dt" idx="30"/>
          </p:nvPr>
        </p:nvSpPr>
        <p:spPr/>
        <p:txBody>
          <a:bodyPr/>
          <a:p>
            <a:r>
              <a:rPr lang="fr-FR"/>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Standard 5">
    <p:spTree>
      <p:nvGrpSpPr>
        <p:cNvPr id="1" name=""/>
        <p:cNvGrpSpPr/>
        <p:nvPr/>
      </p:nvGrpSpPr>
      <p:grpSpPr>
        <a:xfrm>
          <a:off x="0" y="0"/>
          <a:ext cx="0" cy="0"/>
          <a:chOff x="0" y="0"/>
          <a:chExt cx="0" cy="0"/>
        </a:xfrm>
      </p:grpSpPr>
      <p:sp>
        <p:nvSpPr>
          <p:cNvPr id="65"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lgn="ctr">
              <a:buNone/>
            </a:pPr>
            <a:endParaRPr b="0" lang="fr-FR" sz="4400" strike="noStrike" u="none">
              <a:solidFill>
                <a:srgbClr val="000000"/>
              </a:solidFill>
              <a:uFillTx/>
              <a:latin typeface="Arial"/>
            </a:endParaRPr>
          </a:p>
        </p:txBody>
      </p:sp>
      <p:sp>
        <p:nvSpPr>
          <p:cNvPr id="66" name="PlaceHolder 2"/>
          <p:cNvSpPr>
            <a:spLocks noGrp="1"/>
          </p:cNvSpPr>
          <p:nvPr>
            <p:ph/>
          </p:nvPr>
        </p:nvSpPr>
        <p:spPr>
          <a:xfrm>
            <a:off x="353520" y="2434320"/>
            <a:ext cx="4434840" cy="5800320"/>
          </a:xfrm>
          <a:prstGeom prst="rect">
            <a:avLst/>
          </a:prstGeom>
          <a:noFill/>
          <a:ln w="0">
            <a:noFill/>
          </a:ln>
        </p:spPr>
        <p:txBody>
          <a:bodyPr lIns="0" rIns="0" tIns="0" bIns="0" anchor="t">
            <a:normAutofit/>
          </a:bodyPr>
          <a:p>
            <a:pPr indent="0">
              <a:spcBef>
                <a:spcPts val="1417"/>
              </a:spcBef>
              <a:buNone/>
            </a:pPr>
            <a:endParaRPr b="0" lang="fr-FR" sz="3200" strike="noStrike" u="none">
              <a:solidFill>
                <a:srgbClr val="000000"/>
              </a:solidFill>
              <a:uFillTx/>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4DEE5D75-4457-43BB-8F30-584B95271C2D}" type="slidenum">
              <a:t>&lt;#&gt;</a:t>
            </a:fld>
          </a:p>
        </p:txBody>
      </p:sp>
      <p:sp>
        <p:nvSpPr>
          <p:cNvPr id="6" name="PlaceHolder 5"/>
          <p:cNvSpPr>
            <a:spLocks noGrp="1"/>
          </p:cNvSpPr>
          <p:nvPr>
            <p:ph type="dt" idx="30"/>
          </p:nvPr>
        </p:nvSpPr>
        <p:spPr/>
        <p:txBody>
          <a:bodyPr/>
          <a:p>
            <a:r>
              <a:rPr lang="fr-FR"/>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5">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E46B53BA-DB4D-419C-B52F-0CAE5123CC9C}" type="slidenum">
              <a:t>&lt;#&gt;</a:t>
            </a:fld>
          </a:p>
        </p:txBody>
      </p:sp>
      <p:sp>
        <p:nvSpPr>
          <p:cNvPr id="4" name="PlaceHolder 3"/>
          <p:cNvSpPr>
            <a:spLocks noGrp="1"/>
          </p:cNvSpPr>
          <p:nvPr>
            <p:ph type="dt" idx="30"/>
          </p:nvPr>
        </p:nvSpPr>
        <p:spPr/>
        <p:txBody>
          <a:bodyPr/>
          <a:p>
            <a:r>
              <a:rPr lang="fr-FR"/>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Standard 5">
    <p:spTree>
      <p:nvGrpSpPr>
        <p:cNvPr id="1" name=""/>
        <p:cNvGrpSpPr/>
        <p:nvPr/>
      </p:nvGrpSpPr>
      <p:grpSpPr>
        <a:xfrm>
          <a:off x="0" y="0"/>
          <a:ext cx="0" cy="0"/>
          <a:chOff x="0" y="0"/>
          <a:chExt cx="0" cy="0"/>
        </a:xfrm>
      </p:grpSpPr>
      <p:sp>
        <p:nvSpPr>
          <p:cNvPr id="67"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lgn="ctr">
              <a:buNone/>
            </a:pPr>
            <a:endParaRPr b="0" lang="fr-FR" sz="4400" strike="noStrike" u="none">
              <a:solidFill>
                <a:srgbClr val="000000"/>
              </a:solidFill>
              <a:uFillTx/>
              <a:latin typeface="Arial"/>
            </a:endParaRPr>
          </a:p>
        </p:txBody>
      </p:sp>
      <p:sp>
        <p:nvSpPr>
          <p:cNvPr id="68" name="PlaceHolder 2"/>
          <p:cNvSpPr>
            <a:spLocks noGrp="1"/>
          </p:cNvSpPr>
          <p:nvPr>
            <p:ph type="subTitle"/>
          </p:nvPr>
        </p:nvSpPr>
        <p:spPr>
          <a:xfrm>
            <a:off x="353520" y="2434320"/>
            <a:ext cx="4434840" cy="5800320"/>
          </a:xfrm>
          <a:prstGeom prst="rect">
            <a:avLst/>
          </a:prstGeom>
          <a:noFill/>
          <a:ln w="0">
            <a:noFill/>
          </a:ln>
        </p:spPr>
        <p:txBody>
          <a:bodyPr lIns="0" rIns="0" tIns="0" bIns="0" anchor="ctr">
            <a:noAutofit/>
          </a:bodyPr>
          <a:p>
            <a:pPr indent="0" algn="ctr">
              <a:buNone/>
            </a:pPr>
            <a:endParaRPr b="0" lang="fr-FR" sz="3200" strike="noStrike" u="none">
              <a:solidFill>
                <a:srgbClr val="000000"/>
              </a:solidFill>
              <a:uFillTx/>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B959DC89-50BE-4B82-AF10-97AD602C946B}" type="slidenum">
              <a:t>&lt;#&gt;</a:t>
            </a:fld>
          </a:p>
        </p:txBody>
      </p:sp>
      <p:sp>
        <p:nvSpPr>
          <p:cNvPr id="6" name="PlaceHolder 5"/>
          <p:cNvSpPr>
            <a:spLocks noGrp="1"/>
          </p:cNvSpPr>
          <p:nvPr>
            <p:ph type="dt" idx="30"/>
          </p:nvPr>
        </p:nvSpPr>
        <p:spPr/>
        <p:txBody>
          <a:bodyPr/>
          <a:p>
            <a:r>
              <a:rPr lang="fr-FR"/>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Standard 5">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A8C5A31A-18FD-4F29-A454-498086FB4604}" type="slidenum">
              <a:t>&lt;#&gt;</a:t>
            </a:fld>
          </a:p>
        </p:txBody>
      </p:sp>
      <p:sp>
        <p:nvSpPr>
          <p:cNvPr id="4" name="PlaceHolder 3"/>
          <p:cNvSpPr>
            <a:spLocks noGrp="1"/>
          </p:cNvSpPr>
          <p:nvPr>
            <p:ph type="dt" idx="30"/>
          </p:nvPr>
        </p:nvSpPr>
        <p:spPr/>
        <p:txBody>
          <a:bodyPr/>
          <a:p>
            <a:r>
              <a:rPr lang="fr-FR"/>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Standard 6">
    <p:spTree>
      <p:nvGrpSpPr>
        <p:cNvPr id="1" name=""/>
        <p:cNvGrpSpPr/>
        <p:nvPr/>
      </p:nvGrpSpPr>
      <p:grpSpPr>
        <a:xfrm>
          <a:off x="0" y="0"/>
          <a:ext cx="0" cy="0"/>
          <a:chOff x="0" y="0"/>
          <a:chExt cx="0" cy="0"/>
        </a:xfrm>
      </p:grpSpPr>
      <p:sp>
        <p:nvSpPr>
          <p:cNvPr id="74"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lgn="ctr">
              <a:buNone/>
            </a:pPr>
            <a:endParaRPr b="0" lang="fr-FR" sz="4400" strike="noStrike" u="none">
              <a:solidFill>
                <a:srgbClr val="000000"/>
              </a:solidFill>
              <a:uFillTx/>
              <a:latin typeface="Arial"/>
            </a:endParaRPr>
          </a:p>
        </p:txBody>
      </p:sp>
      <p:sp>
        <p:nvSpPr>
          <p:cNvPr id="75" name="PlaceHolder 2"/>
          <p:cNvSpPr>
            <a:spLocks noGrp="1"/>
          </p:cNvSpPr>
          <p:nvPr>
            <p:ph/>
          </p:nvPr>
        </p:nvSpPr>
        <p:spPr>
          <a:xfrm>
            <a:off x="353520" y="2434320"/>
            <a:ext cx="4434840" cy="5800320"/>
          </a:xfrm>
          <a:prstGeom prst="rect">
            <a:avLst/>
          </a:prstGeom>
          <a:noFill/>
          <a:ln w="0">
            <a:noFill/>
          </a:ln>
        </p:spPr>
        <p:txBody>
          <a:bodyPr lIns="0" rIns="0" tIns="0" bIns="0" anchor="t">
            <a:normAutofit/>
          </a:bodyPr>
          <a:p>
            <a:pPr indent="0">
              <a:spcBef>
                <a:spcPts val="1417"/>
              </a:spcBef>
              <a:buNone/>
            </a:pPr>
            <a:endParaRPr b="0" lang="fr-FR" sz="3200" strike="noStrike" u="none">
              <a:solidFill>
                <a:srgbClr val="000000"/>
              </a:solidFill>
              <a:uFillTx/>
              <a:latin typeface="Arial"/>
            </a:endParaRPr>
          </a:p>
        </p:txBody>
      </p:sp>
      <p:sp>
        <p:nvSpPr>
          <p:cNvPr id="4" name="PlaceHolder 3"/>
          <p:cNvSpPr>
            <a:spLocks noGrp="1"/>
          </p:cNvSpPr>
          <p:nvPr>
            <p:ph type="ftr" idx="31"/>
          </p:nvPr>
        </p:nvSpPr>
        <p:spPr/>
        <p:txBody>
          <a:bodyPr/>
          <a:p>
            <a:r>
              <a:t>Footer</a:t>
            </a:r>
          </a:p>
        </p:txBody>
      </p:sp>
      <p:sp>
        <p:nvSpPr>
          <p:cNvPr id="5" name="PlaceHolder 4"/>
          <p:cNvSpPr>
            <a:spLocks noGrp="1"/>
          </p:cNvSpPr>
          <p:nvPr>
            <p:ph type="sldNum" idx="32"/>
          </p:nvPr>
        </p:nvSpPr>
        <p:spPr/>
        <p:txBody>
          <a:bodyPr/>
          <a:p>
            <a:fld id="{E35F7FBD-536B-4391-88FA-4DCF5B1FCF72}" type="slidenum">
              <a:t>&lt;#&gt;</a:t>
            </a:fld>
          </a:p>
        </p:txBody>
      </p:sp>
      <p:sp>
        <p:nvSpPr>
          <p:cNvPr id="6" name="PlaceHolder 5"/>
          <p:cNvSpPr>
            <a:spLocks noGrp="1"/>
          </p:cNvSpPr>
          <p:nvPr>
            <p:ph type="dt" idx="33"/>
          </p:nvPr>
        </p:nvSpPr>
        <p:spPr/>
        <p:txBody>
          <a:bodyPr/>
          <a:p>
            <a:r>
              <a:rPr lang="fr-FR"/>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Standard 7">
    <p:spTree>
      <p:nvGrpSpPr>
        <p:cNvPr id="1" name=""/>
        <p:cNvGrpSpPr/>
        <p:nvPr/>
      </p:nvGrpSpPr>
      <p:grpSpPr>
        <a:xfrm>
          <a:off x="0" y="0"/>
          <a:ext cx="0" cy="0"/>
          <a:chOff x="0" y="0"/>
          <a:chExt cx="0" cy="0"/>
        </a:xfrm>
      </p:grpSpPr>
      <p:sp>
        <p:nvSpPr>
          <p:cNvPr id="80"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lgn="ctr">
              <a:buNone/>
            </a:pPr>
            <a:endParaRPr b="0" lang="fr-FR" sz="4400" strike="noStrike" u="none">
              <a:solidFill>
                <a:srgbClr val="000000"/>
              </a:solidFill>
              <a:uFillTx/>
              <a:latin typeface="Arial"/>
            </a:endParaRPr>
          </a:p>
        </p:txBody>
      </p:sp>
      <p:sp>
        <p:nvSpPr>
          <p:cNvPr id="81" name="PlaceHolder 2"/>
          <p:cNvSpPr>
            <a:spLocks noGrp="1"/>
          </p:cNvSpPr>
          <p:nvPr>
            <p:ph type="subTitle"/>
          </p:nvPr>
        </p:nvSpPr>
        <p:spPr>
          <a:xfrm>
            <a:off x="353520" y="2434320"/>
            <a:ext cx="4434840" cy="5800320"/>
          </a:xfrm>
          <a:prstGeom prst="rect">
            <a:avLst/>
          </a:prstGeom>
          <a:noFill/>
          <a:ln w="0">
            <a:noFill/>
          </a:ln>
        </p:spPr>
        <p:txBody>
          <a:bodyPr lIns="0" rIns="0" tIns="0" bIns="0" anchor="ctr">
            <a:noAutofit/>
          </a:bodyPr>
          <a:p>
            <a:pPr indent="0" algn="ctr">
              <a:buNone/>
            </a:pPr>
            <a:endParaRPr b="0" lang="fr-FR" sz="3200" strike="noStrike" u="none">
              <a:solidFill>
                <a:srgbClr val="000000"/>
              </a:solidFill>
              <a:uFillTx/>
              <a:latin typeface="Arial"/>
            </a:endParaRPr>
          </a:p>
        </p:txBody>
      </p:sp>
      <p:sp>
        <p:nvSpPr>
          <p:cNvPr id="4" name="PlaceHolder 3"/>
          <p:cNvSpPr>
            <a:spLocks noGrp="1"/>
          </p:cNvSpPr>
          <p:nvPr>
            <p:ph type="ftr" idx="34"/>
          </p:nvPr>
        </p:nvSpPr>
        <p:spPr/>
        <p:txBody>
          <a:bodyPr/>
          <a:p>
            <a:r>
              <a:t>Footer</a:t>
            </a:r>
          </a:p>
        </p:txBody>
      </p:sp>
      <p:sp>
        <p:nvSpPr>
          <p:cNvPr id="5" name="PlaceHolder 4"/>
          <p:cNvSpPr>
            <a:spLocks noGrp="1"/>
          </p:cNvSpPr>
          <p:nvPr>
            <p:ph type="sldNum" idx="35"/>
          </p:nvPr>
        </p:nvSpPr>
        <p:spPr/>
        <p:txBody>
          <a:bodyPr/>
          <a:p>
            <a:fld id="{81DE1179-46CE-4D35-9634-107F46E38301}" type="slidenum">
              <a:t>&lt;#&gt;</a:t>
            </a:fld>
          </a:p>
        </p:txBody>
      </p:sp>
      <p:sp>
        <p:nvSpPr>
          <p:cNvPr id="6" name="PlaceHolder 5"/>
          <p:cNvSpPr>
            <a:spLocks noGrp="1"/>
          </p:cNvSpPr>
          <p:nvPr>
            <p:ph type="dt" idx="36"/>
          </p:nvPr>
        </p:nvSpPr>
        <p:spPr/>
        <p:txBody>
          <a:bodyPr/>
          <a:p>
            <a:r>
              <a:rPr lang="fr-FR"/>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Standard 8">
    <p:spTree>
      <p:nvGrpSpPr>
        <p:cNvPr id="1" name=""/>
        <p:cNvGrpSpPr/>
        <p:nvPr/>
      </p:nvGrpSpPr>
      <p:grpSpPr>
        <a:xfrm>
          <a:off x="0" y="0"/>
          <a:ext cx="0" cy="0"/>
          <a:chOff x="0" y="0"/>
          <a:chExt cx="0" cy="0"/>
        </a:xfrm>
      </p:grpSpPr>
      <p:sp>
        <p:nvSpPr>
          <p:cNvPr id="2" name="PlaceHolder 1"/>
          <p:cNvSpPr>
            <a:spLocks noGrp="1"/>
          </p:cNvSpPr>
          <p:nvPr>
            <p:ph type="ftr" idx="37"/>
          </p:nvPr>
        </p:nvSpPr>
        <p:spPr/>
        <p:txBody>
          <a:bodyPr/>
          <a:p>
            <a:r>
              <a:t>Footer</a:t>
            </a:r>
          </a:p>
        </p:txBody>
      </p:sp>
      <p:sp>
        <p:nvSpPr>
          <p:cNvPr id="3" name="PlaceHolder 2"/>
          <p:cNvSpPr>
            <a:spLocks noGrp="1"/>
          </p:cNvSpPr>
          <p:nvPr>
            <p:ph type="sldNum" idx="38"/>
          </p:nvPr>
        </p:nvSpPr>
        <p:spPr/>
        <p:txBody>
          <a:bodyPr/>
          <a:p>
            <a:fld id="{A7825EC3-9B03-42A2-8CE2-6F93E6D9025B}" type="slidenum">
              <a:t>&lt;#&gt;</a:t>
            </a:fld>
          </a:p>
        </p:txBody>
      </p:sp>
      <p:sp>
        <p:nvSpPr>
          <p:cNvPr id="4" name="PlaceHolder 3"/>
          <p:cNvSpPr>
            <a:spLocks noGrp="1"/>
          </p:cNvSpPr>
          <p:nvPr>
            <p:ph type="dt" idx="39"/>
          </p:nvPr>
        </p:nvSpPr>
        <p:spPr/>
        <p:txBody>
          <a:bodyPr/>
          <a:p>
            <a:r>
              <a:rPr lang="fr-FR"/>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Standard 9">
    <p:spTree>
      <p:nvGrpSpPr>
        <p:cNvPr id="1" name=""/>
        <p:cNvGrpSpPr/>
        <p:nvPr/>
      </p:nvGrpSpPr>
      <p:grpSpPr>
        <a:xfrm>
          <a:off x="0" y="0"/>
          <a:ext cx="0" cy="0"/>
          <a:chOff x="0" y="0"/>
          <a:chExt cx="0" cy="0"/>
        </a:xfrm>
      </p:grpSpPr>
      <p:sp>
        <p:nvSpPr>
          <p:cNvPr id="2" name="PlaceHolder 1"/>
          <p:cNvSpPr>
            <a:spLocks noGrp="1"/>
          </p:cNvSpPr>
          <p:nvPr>
            <p:ph type="ftr" idx="40"/>
          </p:nvPr>
        </p:nvSpPr>
        <p:spPr/>
        <p:txBody>
          <a:bodyPr/>
          <a:p>
            <a:r>
              <a:t>Footer</a:t>
            </a:r>
          </a:p>
        </p:txBody>
      </p:sp>
      <p:sp>
        <p:nvSpPr>
          <p:cNvPr id="3" name="PlaceHolder 2"/>
          <p:cNvSpPr>
            <a:spLocks noGrp="1"/>
          </p:cNvSpPr>
          <p:nvPr>
            <p:ph type="sldNum" idx="41"/>
          </p:nvPr>
        </p:nvSpPr>
        <p:spPr/>
        <p:txBody>
          <a:bodyPr/>
          <a:p>
            <a:fld id="{3469DC03-06FF-4DFB-818B-2EEE74238A18}" type="slidenum">
              <a:t>&lt;#&gt;</a:t>
            </a:fld>
          </a:p>
        </p:txBody>
      </p:sp>
      <p:sp>
        <p:nvSpPr>
          <p:cNvPr id="4" name="PlaceHolder 3"/>
          <p:cNvSpPr>
            <a:spLocks noGrp="1"/>
          </p:cNvSpPr>
          <p:nvPr>
            <p:ph type="dt" idx="42"/>
          </p:nvPr>
        </p:nvSpPr>
        <p:spPr/>
        <p:txBody>
          <a:bodyPr/>
          <a:p>
            <a:r>
              <a:rPr lang="fr-FR"/>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10">
    <p:spTree>
      <p:nvGrpSpPr>
        <p:cNvPr id="1" name=""/>
        <p:cNvGrpSpPr/>
        <p:nvPr/>
      </p:nvGrpSpPr>
      <p:grpSpPr>
        <a:xfrm>
          <a:off x="0" y="0"/>
          <a:ext cx="0" cy="0"/>
          <a:chOff x="0" y="0"/>
          <a:chExt cx="0" cy="0"/>
        </a:xfrm>
      </p:grpSpPr>
      <p:sp>
        <p:nvSpPr>
          <p:cNvPr id="2" name="PlaceHolder 1"/>
          <p:cNvSpPr>
            <a:spLocks noGrp="1"/>
          </p:cNvSpPr>
          <p:nvPr>
            <p:ph type="ftr" idx="43"/>
          </p:nvPr>
        </p:nvSpPr>
        <p:spPr/>
        <p:txBody>
          <a:bodyPr/>
          <a:p>
            <a:r>
              <a:t>Footer</a:t>
            </a:r>
          </a:p>
        </p:txBody>
      </p:sp>
      <p:sp>
        <p:nvSpPr>
          <p:cNvPr id="3" name="PlaceHolder 2"/>
          <p:cNvSpPr>
            <a:spLocks noGrp="1"/>
          </p:cNvSpPr>
          <p:nvPr>
            <p:ph type="sldNum" idx="44"/>
          </p:nvPr>
        </p:nvSpPr>
        <p:spPr/>
        <p:txBody>
          <a:bodyPr/>
          <a:p>
            <a:fld id="{E5B385F0-4EF6-4554-B757-D23344943755}" type="slidenum">
              <a:t>&lt;#&gt;</a:t>
            </a:fld>
          </a:p>
        </p:txBody>
      </p:sp>
      <p:sp>
        <p:nvSpPr>
          <p:cNvPr id="4" name="PlaceHolder 3"/>
          <p:cNvSpPr>
            <a:spLocks noGrp="1"/>
          </p:cNvSpPr>
          <p:nvPr>
            <p:ph type="dt" idx="45"/>
          </p:nvPr>
        </p:nvSpPr>
        <p:spPr/>
        <p:txBody>
          <a:bodyPr/>
          <a:p>
            <a:r>
              <a:rPr lang="fr-FR"/>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Standard 11">
    <p:spTree>
      <p:nvGrpSpPr>
        <p:cNvPr id="1" name=""/>
        <p:cNvGrpSpPr/>
        <p:nvPr/>
      </p:nvGrpSpPr>
      <p:grpSpPr>
        <a:xfrm>
          <a:off x="0" y="0"/>
          <a:ext cx="0" cy="0"/>
          <a:chOff x="0" y="0"/>
          <a:chExt cx="0" cy="0"/>
        </a:xfrm>
      </p:grpSpPr>
      <p:sp>
        <p:nvSpPr>
          <p:cNvPr id="95"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lgn="ctr">
              <a:buNone/>
            </a:pPr>
            <a:endParaRPr b="0" lang="fr-FR" sz="4400" strike="noStrike" u="none">
              <a:solidFill>
                <a:srgbClr val="000000"/>
              </a:solidFill>
              <a:uFillTx/>
              <a:latin typeface="Arial"/>
            </a:endParaRPr>
          </a:p>
        </p:txBody>
      </p:sp>
      <p:sp>
        <p:nvSpPr>
          <p:cNvPr id="96" name="PlaceHolder 2"/>
          <p:cNvSpPr>
            <a:spLocks noGrp="1"/>
          </p:cNvSpPr>
          <p:nvPr>
            <p:ph type="subTitle"/>
          </p:nvPr>
        </p:nvSpPr>
        <p:spPr>
          <a:xfrm>
            <a:off x="353520" y="2434320"/>
            <a:ext cx="4434840" cy="5800320"/>
          </a:xfrm>
          <a:prstGeom prst="rect">
            <a:avLst/>
          </a:prstGeom>
          <a:noFill/>
          <a:ln w="0">
            <a:noFill/>
          </a:ln>
        </p:spPr>
        <p:txBody>
          <a:bodyPr lIns="0" rIns="0" tIns="0" bIns="0" anchor="ctr">
            <a:noAutofit/>
          </a:bodyPr>
          <a:p>
            <a:pPr indent="0" algn="ctr">
              <a:buNone/>
            </a:pPr>
            <a:endParaRPr b="0" lang="fr-FR" sz="3200" strike="noStrike" u="none">
              <a:solidFill>
                <a:srgbClr val="000000"/>
              </a:solidFill>
              <a:uFillTx/>
              <a:latin typeface="Arial"/>
            </a:endParaRPr>
          </a:p>
        </p:txBody>
      </p:sp>
      <p:sp>
        <p:nvSpPr>
          <p:cNvPr id="4" name="PlaceHolder 3"/>
          <p:cNvSpPr>
            <a:spLocks noGrp="1"/>
          </p:cNvSpPr>
          <p:nvPr>
            <p:ph type="ftr" idx="46"/>
          </p:nvPr>
        </p:nvSpPr>
        <p:spPr/>
        <p:txBody>
          <a:bodyPr/>
          <a:p>
            <a:r>
              <a:t>Footer</a:t>
            </a:r>
          </a:p>
        </p:txBody>
      </p:sp>
      <p:sp>
        <p:nvSpPr>
          <p:cNvPr id="5" name="PlaceHolder 4"/>
          <p:cNvSpPr>
            <a:spLocks noGrp="1"/>
          </p:cNvSpPr>
          <p:nvPr>
            <p:ph type="sldNum" idx="47"/>
          </p:nvPr>
        </p:nvSpPr>
        <p:spPr/>
        <p:txBody>
          <a:bodyPr/>
          <a:p>
            <a:fld id="{DC3A1A06-C2BC-4F8F-98B8-72FF3DF6EB07}" type="slidenum">
              <a:t>&lt;#&gt;</a:t>
            </a:fld>
          </a:p>
        </p:txBody>
      </p:sp>
      <p:sp>
        <p:nvSpPr>
          <p:cNvPr id="6" name="PlaceHolder 5"/>
          <p:cNvSpPr>
            <a:spLocks noGrp="1"/>
          </p:cNvSpPr>
          <p:nvPr>
            <p:ph type="dt" idx="48"/>
          </p:nvPr>
        </p:nvSpPr>
        <p:spPr/>
        <p:txBody>
          <a:bodyPr/>
          <a:p>
            <a:r>
              <a:rPr lang="fr-FR"/>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Standard 12">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p>
            <a:r>
              <a:t>Footer</a:t>
            </a:r>
          </a:p>
        </p:txBody>
      </p:sp>
      <p:sp>
        <p:nvSpPr>
          <p:cNvPr id="3" name="PlaceHolder 2"/>
          <p:cNvSpPr>
            <a:spLocks noGrp="1"/>
          </p:cNvSpPr>
          <p:nvPr>
            <p:ph type="sldNum" idx="50"/>
          </p:nvPr>
        </p:nvSpPr>
        <p:spPr/>
        <p:txBody>
          <a:bodyPr/>
          <a:p>
            <a:fld id="{3F0F4BF6-41F4-488D-90D6-3DB4F17CEECD}" type="slidenum">
              <a:t>&lt;#&gt;</a:t>
            </a:fld>
          </a:p>
        </p:txBody>
      </p:sp>
      <p:sp>
        <p:nvSpPr>
          <p:cNvPr id="4" name="PlaceHolder 3"/>
          <p:cNvSpPr>
            <a:spLocks noGrp="1"/>
          </p:cNvSpPr>
          <p:nvPr>
            <p:ph type="dt" idx="51"/>
          </p:nvPr>
        </p:nvSpPr>
        <p:spPr/>
        <p:txBody>
          <a:bodyPr/>
          <a:p>
            <a:r>
              <a:rPr lang="fr-FR"/>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Standard 13">
    <p:spTree>
      <p:nvGrpSpPr>
        <p:cNvPr id="1" name=""/>
        <p:cNvGrpSpPr/>
        <p:nvPr/>
      </p:nvGrpSpPr>
      <p:grpSpPr>
        <a:xfrm>
          <a:off x="0" y="0"/>
          <a:ext cx="0" cy="0"/>
          <a:chOff x="0" y="0"/>
          <a:chExt cx="0" cy="0"/>
        </a:xfrm>
      </p:grpSpPr>
      <p:sp>
        <p:nvSpPr>
          <p:cNvPr id="2" name="PlaceHolder 1"/>
          <p:cNvSpPr>
            <a:spLocks noGrp="1"/>
          </p:cNvSpPr>
          <p:nvPr>
            <p:ph type="ftr" idx="52"/>
          </p:nvPr>
        </p:nvSpPr>
        <p:spPr/>
        <p:txBody>
          <a:bodyPr/>
          <a:p>
            <a:r>
              <a:t>Footer</a:t>
            </a:r>
          </a:p>
        </p:txBody>
      </p:sp>
      <p:sp>
        <p:nvSpPr>
          <p:cNvPr id="3" name="PlaceHolder 2"/>
          <p:cNvSpPr>
            <a:spLocks noGrp="1"/>
          </p:cNvSpPr>
          <p:nvPr>
            <p:ph type="sldNum" idx="53"/>
          </p:nvPr>
        </p:nvSpPr>
        <p:spPr/>
        <p:txBody>
          <a:bodyPr/>
          <a:p>
            <a:fld id="{FF0DBBD7-57E4-46A3-9A9C-25C7B312F421}" type="slidenum">
              <a:t>&lt;#&gt;</a:t>
            </a:fld>
          </a:p>
        </p:txBody>
      </p:sp>
      <p:sp>
        <p:nvSpPr>
          <p:cNvPr id="4" name="PlaceHolder 3"/>
          <p:cNvSpPr>
            <a:spLocks noGrp="1"/>
          </p:cNvSpPr>
          <p:nvPr>
            <p:ph type="dt" idx="54"/>
          </p:nvPr>
        </p:nvSpPr>
        <p:spPr/>
        <p:txBody>
          <a:bodyPr/>
          <a:p>
            <a:r>
              <a:rPr lang="fr-FR"/>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Standard 14">
    <p:spTree>
      <p:nvGrpSpPr>
        <p:cNvPr id="1" name=""/>
        <p:cNvGrpSpPr/>
        <p:nvPr/>
      </p:nvGrpSpPr>
      <p:grpSpPr>
        <a:xfrm>
          <a:off x="0" y="0"/>
          <a:ext cx="0" cy="0"/>
          <a:chOff x="0" y="0"/>
          <a:chExt cx="0" cy="0"/>
        </a:xfrm>
      </p:grpSpPr>
      <p:sp>
        <p:nvSpPr>
          <p:cNvPr id="107"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lgn="ctr">
              <a:buNone/>
            </a:pPr>
            <a:endParaRPr b="0" lang="fr-FR" sz="4400" strike="noStrike" u="none">
              <a:solidFill>
                <a:srgbClr val="000000"/>
              </a:solidFill>
              <a:uFillTx/>
              <a:latin typeface="Arial"/>
            </a:endParaRPr>
          </a:p>
        </p:txBody>
      </p:sp>
      <p:sp>
        <p:nvSpPr>
          <p:cNvPr id="108" name="PlaceHolder 2"/>
          <p:cNvSpPr>
            <a:spLocks noGrp="1"/>
          </p:cNvSpPr>
          <p:nvPr>
            <p:ph type="subTitle"/>
          </p:nvPr>
        </p:nvSpPr>
        <p:spPr>
          <a:xfrm>
            <a:off x="353520" y="2434320"/>
            <a:ext cx="4434840" cy="5800320"/>
          </a:xfrm>
          <a:prstGeom prst="rect">
            <a:avLst/>
          </a:prstGeom>
          <a:noFill/>
          <a:ln w="0">
            <a:noFill/>
          </a:ln>
        </p:spPr>
        <p:txBody>
          <a:bodyPr lIns="0" rIns="0" tIns="0" bIns="0" anchor="ctr">
            <a:noAutofit/>
          </a:bodyPr>
          <a:p>
            <a:pPr indent="0" algn="ctr">
              <a:buNone/>
            </a:pPr>
            <a:endParaRPr b="0" lang="fr-FR" sz="3200" strike="noStrike" u="none">
              <a:solidFill>
                <a:srgbClr val="000000"/>
              </a:solidFill>
              <a:uFillTx/>
              <a:latin typeface="Arial"/>
            </a:endParaRPr>
          </a:p>
        </p:txBody>
      </p:sp>
      <p:sp>
        <p:nvSpPr>
          <p:cNvPr id="4" name="PlaceHolder 3"/>
          <p:cNvSpPr>
            <a:spLocks noGrp="1"/>
          </p:cNvSpPr>
          <p:nvPr>
            <p:ph type="ftr" idx="55"/>
          </p:nvPr>
        </p:nvSpPr>
        <p:spPr/>
        <p:txBody>
          <a:bodyPr/>
          <a:p>
            <a:r>
              <a:t>Footer</a:t>
            </a:r>
          </a:p>
        </p:txBody>
      </p:sp>
      <p:sp>
        <p:nvSpPr>
          <p:cNvPr id="5" name="PlaceHolder 4"/>
          <p:cNvSpPr>
            <a:spLocks noGrp="1"/>
          </p:cNvSpPr>
          <p:nvPr>
            <p:ph type="sldNum" idx="56"/>
          </p:nvPr>
        </p:nvSpPr>
        <p:spPr/>
        <p:txBody>
          <a:bodyPr/>
          <a:p>
            <a:fld id="{98D00F57-F617-448E-B979-5BECEE0F2BF1}" type="slidenum">
              <a:t>&lt;#&gt;</a:t>
            </a:fld>
          </a:p>
        </p:txBody>
      </p:sp>
      <p:sp>
        <p:nvSpPr>
          <p:cNvPr id="6" name="PlaceHolder 5"/>
          <p:cNvSpPr>
            <a:spLocks noGrp="1"/>
          </p:cNvSpPr>
          <p:nvPr>
            <p:ph type="dt" idx="57"/>
          </p:nvPr>
        </p:nvSpPr>
        <p:spPr/>
        <p:txBody>
          <a:bodyPr/>
          <a:p>
            <a:r>
              <a:rPr lang="fr-FR"/>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Standard 15">
    <p:spTree>
      <p:nvGrpSpPr>
        <p:cNvPr id="1" name=""/>
        <p:cNvGrpSpPr/>
        <p:nvPr/>
      </p:nvGrpSpPr>
      <p:grpSpPr>
        <a:xfrm>
          <a:off x="0" y="0"/>
          <a:ext cx="0" cy="0"/>
          <a:chOff x="0" y="0"/>
          <a:chExt cx="0" cy="0"/>
        </a:xfrm>
      </p:grpSpPr>
      <p:sp>
        <p:nvSpPr>
          <p:cNvPr id="2" name="PlaceHolder 1"/>
          <p:cNvSpPr>
            <a:spLocks noGrp="1"/>
          </p:cNvSpPr>
          <p:nvPr>
            <p:ph type="ftr" idx="58"/>
          </p:nvPr>
        </p:nvSpPr>
        <p:spPr/>
        <p:txBody>
          <a:bodyPr/>
          <a:p>
            <a:r>
              <a:t>Footer</a:t>
            </a:r>
          </a:p>
        </p:txBody>
      </p:sp>
      <p:sp>
        <p:nvSpPr>
          <p:cNvPr id="3" name="PlaceHolder 2"/>
          <p:cNvSpPr>
            <a:spLocks noGrp="1"/>
          </p:cNvSpPr>
          <p:nvPr>
            <p:ph type="sldNum" idx="59"/>
          </p:nvPr>
        </p:nvSpPr>
        <p:spPr/>
        <p:txBody>
          <a:bodyPr/>
          <a:p>
            <a:fld id="{F03A1FA1-46FD-4660-A8FF-ABDBC19CA579}" type="slidenum">
              <a:t>&lt;#&gt;</a:t>
            </a:fld>
          </a:p>
        </p:txBody>
      </p:sp>
      <p:sp>
        <p:nvSpPr>
          <p:cNvPr id="4" name="PlaceHolder 3"/>
          <p:cNvSpPr>
            <a:spLocks noGrp="1"/>
          </p:cNvSpPr>
          <p:nvPr>
            <p:ph type="dt" idx="60"/>
          </p:nvPr>
        </p:nvSpPr>
        <p:spPr/>
        <p:txBody>
          <a:bodyPr/>
          <a:p>
            <a:r>
              <a:rPr lang="fr-FR"/>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Standard 16">
    <p:spTree>
      <p:nvGrpSpPr>
        <p:cNvPr id="1" name=""/>
        <p:cNvGrpSpPr/>
        <p:nvPr/>
      </p:nvGrpSpPr>
      <p:grpSpPr>
        <a:xfrm>
          <a:off x="0" y="0"/>
          <a:ext cx="0" cy="0"/>
          <a:chOff x="0" y="0"/>
          <a:chExt cx="0" cy="0"/>
        </a:xfrm>
      </p:grpSpPr>
      <p:sp>
        <p:nvSpPr>
          <p:cNvPr id="2" name="PlaceHolder 1"/>
          <p:cNvSpPr>
            <a:spLocks noGrp="1"/>
          </p:cNvSpPr>
          <p:nvPr>
            <p:ph type="ftr" idx="61"/>
          </p:nvPr>
        </p:nvSpPr>
        <p:spPr/>
        <p:txBody>
          <a:bodyPr/>
          <a:p>
            <a:r>
              <a:t>Footer</a:t>
            </a:r>
          </a:p>
        </p:txBody>
      </p:sp>
      <p:sp>
        <p:nvSpPr>
          <p:cNvPr id="3" name="PlaceHolder 2"/>
          <p:cNvSpPr>
            <a:spLocks noGrp="1"/>
          </p:cNvSpPr>
          <p:nvPr>
            <p:ph type="sldNum" idx="62"/>
          </p:nvPr>
        </p:nvSpPr>
        <p:spPr/>
        <p:txBody>
          <a:bodyPr/>
          <a:p>
            <a:fld id="{50E29013-73D2-435B-9CD0-BA487D97E366}" type="slidenum">
              <a:t>&lt;#&gt;</a:t>
            </a:fld>
          </a:p>
        </p:txBody>
      </p:sp>
      <p:sp>
        <p:nvSpPr>
          <p:cNvPr id="4" name="PlaceHolder 3"/>
          <p:cNvSpPr>
            <a:spLocks noGrp="1"/>
          </p:cNvSpPr>
          <p:nvPr>
            <p:ph type="dt" idx="63"/>
          </p:nvPr>
        </p:nvSpPr>
        <p:spPr/>
        <p:txBody>
          <a:bodyPr/>
          <a:p>
            <a:r>
              <a:rPr lang="fr-FR"/>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Standard 17">
    <p:spTree>
      <p:nvGrpSpPr>
        <p:cNvPr id="1" name=""/>
        <p:cNvGrpSpPr/>
        <p:nvPr/>
      </p:nvGrpSpPr>
      <p:grpSpPr>
        <a:xfrm>
          <a:off x="0" y="0"/>
          <a:ext cx="0" cy="0"/>
          <a:chOff x="0" y="0"/>
          <a:chExt cx="0" cy="0"/>
        </a:xfrm>
      </p:grpSpPr>
      <p:sp>
        <p:nvSpPr>
          <p:cNvPr id="120"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lgn="ctr">
              <a:buNone/>
            </a:pPr>
            <a:endParaRPr b="0" lang="fr-FR" sz="4400" strike="noStrike" u="none">
              <a:solidFill>
                <a:srgbClr val="000000"/>
              </a:solidFill>
              <a:uFillTx/>
              <a:latin typeface="Arial"/>
            </a:endParaRPr>
          </a:p>
        </p:txBody>
      </p:sp>
      <p:sp>
        <p:nvSpPr>
          <p:cNvPr id="121" name="PlaceHolder 2"/>
          <p:cNvSpPr>
            <a:spLocks noGrp="1"/>
          </p:cNvSpPr>
          <p:nvPr>
            <p:ph/>
          </p:nvPr>
        </p:nvSpPr>
        <p:spPr>
          <a:xfrm>
            <a:off x="353520" y="2434320"/>
            <a:ext cx="4434840" cy="5800320"/>
          </a:xfrm>
          <a:prstGeom prst="rect">
            <a:avLst/>
          </a:prstGeom>
          <a:noFill/>
          <a:ln w="0">
            <a:noFill/>
          </a:ln>
        </p:spPr>
        <p:txBody>
          <a:bodyPr lIns="0" rIns="0" tIns="0" bIns="0" anchor="t">
            <a:normAutofit/>
          </a:bodyPr>
          <a:p>
            <a:pPr indent="0">
              <a:spcBef>
                <a:spcPts val="1417"/>
              </a:spcBef>
              <a:buNone/>
            </a:pPr>
            <a:endParaRPr b="0" lang="fr-FR" sz="3200" strike="noStrike" u="none">
              <a:solidFill>
                <a:srgbClr val="000000"/>
              </a:solidFill>
              <a:uFillTx/>
              <a:latin typeface="Arial"/>
            </a:endParaRPr>
          </a:p>
        </p:txBody>
      </p:sp>
      <p:sp>
        <p:nvSpPr>
          <p:cNvPr id="4" name="PlaceHolder 3"/>
          <p:cNvSpPr>
            <a:spLocks noGrp="1"/>
          </p:cNvSpPr>
          <p:nvPr>
            <p:ph type="ftr" idx="64"/>
          </p:nvPr>
        </p:nvSpPr>
        <p:spPr/>
        <p:txBody>
          <a:bodyPr/>
          <a:p>
            <a:r>
              <a:t>Footer</a:t>
            </a:r>
          </a:p>
        </p:txBody>
      </p:sp>
      <p:sp>
        <p:nvSpPr>
          <p:cNvPr id="5" name="PlaceHolder 4"/>
          <p:cNvSpPr>
            <a:spLocks noGrp="1"/>
          </p:cNvSpPr>
          <p:nvPr>
            <p:ph type="sldNum" idx="65"/>
          </p:nvPr>
        </p:nvSpPr>
        <p:spPr/>
        <p:txBody>
          <a:bodyPr/>
          <a:p>
            <a:fld id="{DD2214C8-9B30-403D-8358-C6DD321457D3}" type="slidenum">
              <a:t>&lt;#&gt;</a:t>
            </a:fld>
          </a:p>
        </p:txBody>
      </p:sp>
      <p:sp>
        <p:nvSpPr>
          <p:cNvPr id="6" name="PlaceHolder 5"/>
          <p:cNvSpPr>
            <a:spLocks noGrp="1"/>
          </p:cNvSpPr>
          <p:nvPr>
            <p:ph type="dt" idx="66"/>
          </p:nvPr>
        </p:nvSpPr>
        <p:spPr/>
        <p:txBody>
          <a:bodyPr/>
          <a:p>
            <a:r>
              <a:rPr lang="fr-FR"/>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18">
    <p:spTree>
      <p:nvGrpSpPr>
        <p:cNvPr id="1" name=""/>
        <p:cNvGrpSpPr/>
        <p:nvPr/>
      </p:nvGrpSpPr>
      <p:grpSpPr>
        <a:xfrm>
          <a:off x="0" y="0"/>
          <a:ext cx="0" cy="0"/>
          <a:chOff x="0" y="0"/>
          <a:chExt cx="0" cy="0"/>
        </a:xfrm>
      </p:grpSpPr>
      <p:sp>
        <p:nvSpPr>
          <p:cNvPr id="2" name="PlaceHolder 1"/>
          <p:cNvSpPr>
            <a:spLocks noGrp="1"/>
          </p:cNvSpPr>
          <p:nvPr>
            <p:ph type="ftr" idx="67"/>
          </p:nvPr>
        </p:nvSpPr>
        <p:spPr/>
        <p:txBody>
          <a:bodyPr/>
          <a:p>
            <a:r>
              <a:t>Footer</a:t>
            </a:r>
          </a:p>
        </p:txBody>
      </p:sp>
      <p:sp>
        <p:nvSpPr>
          <p:cNvPr id="3" name="PlaceHolder 2"/>
          <p:cNvSpPr>
            <a:spLocks noGrp="1"/>
          </p:cNvSpPr>
          <p:nvPr>
            <p:ph type="sldNum" idx="68"/>
          </p:nvPr>
        </p:nvSpPr>
        <p:spPr/>
        <p:txBody>
          <a:bodyPr/>
          <a:p>
            <a:fld id="{84487DA3-80F2-4005-9B8B-8FBE24808099}" type="slidenum">
              <a:t>&lt;#&gt;</a:t>
            </a:fld>
          </a:p>
        </p:txBody>
      </p:sp>
      <p:sp>
        <p:nvSpPr>
          <p:cNvPr id="4" name="PlaceHolder 3"/>
          <p:cNvSpPr>
            <a:spLocks noGrp="1"/>
          </p:cNvSpPr>
          <p:nvPr>
            <p:ph type="dt" idx="69"/>
          </p:nvPr>
        </p:nvSpPr>
        <p:spPr/>
        <p:txBody>
          <a:bodyPr/>
          <a:p>
            <a:r>
              <a:rPr lang="fr-FR"/>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de section">
    <p:spTree>
      <p:nvGrpSpPr>
        <p:cNvPr id="1" name=""/>
        <p:cNvGrpSpPr/>
        <p:nvPr/>
      </p:nvGrpSpPr>
      <p:grpSpPr>
        <a:xfrm>
          <a:off x="0" y="0"/>
          <a:ext cx="0" cy="0"/>
          <a:chOff x="0" y="0"/>
          <a:chExt cx="0" cy="0"/>
        </a:xfrm>
      </p:grpSpPr>
      <p:sp>
        <p:nvSpPr>
          <p:cNvPr id="2" name="PlaceHolder 1"/>
          <p:cNvSpPr>
            <a:spLocks noGrp="1"/>
          </p:cNvSpPr>
          <p:nvPr>
            <p:ph type="ftr" idx="70"/>
          </p:nvPr>
        </p:nvSpPr>
        <p:spPr/>
        <p:txBody>
          <a:bodyPr/>
          <a:p>
            <a:r>
              <a:t>Footer</a:t>
            </a:r>
          </a:p>
        </p:txBody>
      </p:sp>
      <p:sp>
        <p:nvSpPr>
          <p:cNvPr id="3" name="PlaceHolder 2"/>
          <p:cNvSpPr>
            <a:spLocks noGrp="1"/>
          </p:cNvSpPr>
          <p:nvPr>
            <p:ph type="sldNum" idx="71"/>
          </p:nvPr>
        </p:nvSpPr>
        <p:spPr/>
        <p:txBody>
          <a:bodyPr/>
          <a:p>
            <a:fld id="{37B500E4-61CC-4A4D-8A66-0E84122A2DD2}" type="slidenum">
              <a:t>&lt;#&gt;</a:t>
            </a:fld>
          </a:p>
        </p:txBody>
      </p:sp>
      <p:sp>
        <p:nvSpPr>
          <p:cNvPr id="4" name="PlaceHolder 3"/>
          <p:cNvSpPr>
            <a:spLocks noGrp="1"/>
          </p:cNvSpPr>
          <p:nvPr>
            <p:ph type="dt" idx="72"/>
          </p:nvPr>
        </p:nvSpPr>
        <p:spPr/>
        <p:txBody>
          <a:bodyPr/>
          <a:p>
            <a:r>
              <a:rPr lang="fr-FR"/>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ux contenus">
    <p:spTree>
      <p:nvGrpSpPr>
        <p:cNvPr id="1" name=""/>
        <p:cNvGrpSpPr/>
        <p:nvPr/>
      </p:nvGrpSpPr>
      <p:grpSpPr>
        <a:xfrm>
          <a:off x="0" y="0"/>
          <a:ext cx="0" cy="0"/>
          <a:chOff x="0" y="0"/>
          <a:chExt cx="0" cy="0"/>
        </a:xfrm>
      </p:grpSpPr>
      <p:sp>
        <p:nvSpPr>
          <p:cNvPr id="134"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lgn="ctr">
              <a:buNone/>
            </a:pPr>
            <a:endParaRPr b="0" lang="fr-FR" sz="4400" strike="noStrike" u="none">
              <a:solidFill>
                <a:srgbClr val="000000"/>
              </a:solidFill>
              <a:uFillTx/>
              <a:latin typeface="Arial"/>
            </a:endParaRPr>
          </a:p>
        </p:txBody>
      </p:sp>
      <p:sp>
        <p:nvSpPr>
          <p:cNvPr id="135" name="PlaceHolder 2"/>
          <p:cNvSpPr>
            <a:spLocks noGrp="1"/>
          </p:cNvSpPr>
          <p:nvPr>
            <p:ph/>
          </p:nvPr>
        </p:nvSpPr>
        <p:spPr>
          <a:xfrm>
            <a:off x="353520" y="2434320"/>
            <a:ext cx="2163960" cy="5800320"/>
          </a:xfrm>
          <a:prstGeom prst="rect">
            <a:avLst/>
          </a:prstGeom>
          <a:noFill/>
          <a:ln w="0">
            <a:noFill/>
          </a:ln>
        </p:spPr>
        <p:txBody>
          <a:bodyPr lIns="0" rIns="0" tIns="0" bIns="0" anchor="t">
            <a:normAutofit/>
          </a:bodyPr>
          <a:p>
            <a:pPr indent="0">
              <a:spcBef>
                <a:spcPts val="1417"/>
              </a:spcBef>
              <a:buNone/>
            </a:pPr>
            <a:endParaRPr b="0" lang="fr-FR" sz="3200" strike="noStrike" u="none">
              <a:solidFill>
                <a:srgbClr val="000000"/>
              </a:solidFill>
              <a:uFillTx/>
              <a:latin typeface="Arial"/>
            </a:endParaRPr>
          </a:p>
        </p:txBody>
      </p:sp>
      <p:sp>
        <p:nvSpPr>
          <p:cNvPr id="136" name="PlaceHolder 3"/>
          <p:cNvSpPr>
            <a:spLocks noGrp="1"/>
          </p:cNvSpPr>
          <p:nvPr>
            <p:ph/>
          </p:nvPr>
        </p:nvSpPr>
        <p:spPr>
          <a:xfrm>
            <a:off x="2626200" y="2434320"/>
            <a:ext cx="2163960" cy="5800320"/>
          </a:xfrm>
          <a:prstGeom prst="rect">
            <a:avLst/>
          </a:prstGeom>
          <a:noFill/>
          <a:ln w="0">
            <a:noFill/>
          </a:ln>
        </p:spPr>
        <p:txBody>
          <a:bodyPr lIns="0" rIns="0" tIns="0" bIns="0" anchor="t">
            <a:normAutofit/>
          </a:bodyPr>
          <a:p>
            <a:pPr indent="0">
              <a:spcBef>
                <a:spcPts val="1417"/>
              </a:spcBef>
              <a:buNone/>
            </a:pPr>
            <a:endParaRPr b="0" lang="fr-FR" sz="3200" strike="noStrike" u="none">
              <a:solidFill>
                <a:srgbClr val="000000"/>
              </a:solidFill>
              <a:uFillTx/>
              <a:latin typeface="Arial"/>
            </a:endParaRPr>
          </a:p>
        </p:txBody>
      </p:sp>
      <p:sp>
        <p:nvSpPr>
          <p:cNvPr id="5" name="PlaceHolder 4"/>
          <p:cNvSpPr>
            <a:spLocks noGrp="1"/>
          </p:cNvSpPr>
          <p:nvPr>
            <p:ph type="ftr" idx="73"/>
          </p:nvPr>
        </p:nvSpPr>
        <p:spPr/>
        <p:txBody>
          <a:bodyPr/>
          <a:p>
            <a:r>
              <a:t>Footer</a:t>
            </a:r>
          </a:p>
        </p:txBody>
      </p:sp>
      <p:sp>
        <p:nvSpPr>
          <p:cNvPr id="6" name="PlaceHolder 5"/>
          <p:cNvSpPr>
            <a:spLocks noGrp="1"/>
          </p:cNvSpPr>
          <p:nvPr>
            <p:ph type="sldNum" idx="74"/>
          </p:nvPr>
        </p:nvSpPr>
        <p:spPr/>
        <p:txBody>
          <a:bodyPr/>
          <a:p>
            <a:fld id="{7BF2B5D8-44F7-49FF-9EC5-E09D3F7D66B9}" type="slidenum">
              <a:t>&lt;#&gt;</a:t>
            </a:fld>
          </a:p>
        </p:txBody>
      </p:sp>
      <p:sp>
        <p:nvSpPr>
          <p:cNvPr id="7" name="PlaceHolder 6"/>
          <p:cNvSpPr>
            <a:spLocks noGrp="1"/>
          </p:cNvSpPr>
          <p:nvPr>
            <p:ph type="dt" idx="75"/>
          </p:nvPr>
        </p:nvSpPr>
        <p:spPr/>
        <p:txBody>
          <a:bodyPr/>
          <a:p>
            <a:r>
              <a:rPr lang="fr-FR"/>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ison">
    <p:spTree>
      <p:nvGrpSpPr>
        <p:cNvPr id="1" name=""/>
        <p:cNvGrpSpPr/>
        <p:nvPr/>
      </p:nvGrpSpPr>
      <p:grpSpPr>
        <a:xfrm>
          <a:off x="0" y="0"/>
          <a:ext cx="0" cy="0"/>
          <a:chOff x="0" y="0"/>
          <a:chExt cx="0" cy="0"/>
        </a:xfrm>
      </p:grpSpPr>
      <p:sp>
        <p:nvSpPr>
          <p:cNvPr id="2" name="PlaceHolder 1"/>
          <p:cNvSpPr>
            <a:spLocks noGrp="1"/>
          </p:cNvSpPr>
          <p:nvPr>
            <p:ph type="ftr" idx="76"/>
          </p:nvPr>
        </p:nvSpPr>
        <p:spPr/>
        <p:txBody>
          <a:bodyPr/>
          <a:p>
            <a:r>
              <a:t>Footer</a:t>
            </a:r>
          </a:p>
        </p:txBody>
      </p:sp>
      <p:sp>
        <p:nvSpPr>
          <p:cNvPr id="3" name="PlaceHolder 2"/>
          <p:cNvSpPr>
            <a:spLocks noGrp="1"/>
          </p:cNvSpPr>
          <p:nvPr>
            <p:ph type="sldNum" idx="77"/>
          </p:nvPr>
        </p:nvSpPr>
        <p:spPr/>
        <p:txBody>
          <a:bodyPr/>
          <a:p>
            <a:fld id="{EED7B7B0-E74E-4701-AA5A-476D84006A9F}" type="slidenum">
              <a:t>&lt;#&gt;</a:t>
            </a:fld>
          </a:p>
        </p:txBody>
      </p:sp>
      <p:sp>
        <p:nvSpPr>
          <p:cNvPr id="4" name="PlaceHolder 3"/>
          <p:cNvSpPr>
            <a:spLocks noGrp="1"/>
          </p:cNvSpPr>
          <p:nvPr>
            <p:ph type="dt" idx="78"/>
          </p:nvPr>
        </p:nvSpPr>
        <p:spPr/>
        <p:txBody>
          <a:bodyPr/>
          <a:p>
            <a:r>
              <a:rPr lang="fr-FR"/>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re seul">
    <p:spTree>
      <p:nvGrpSpPr>
        <p:cNvPr id="1" name=""/>
        <p:cNvGrpSpPr/>
        <p:nvPr/>
      </p:nvGrpSpPr>
      <p:grpSpPr>
        <a:xfrm>
          <a:off x="0" y="0"/>
          <a:ext cx="0" cy="0"/>
          <a:chOff x="0" y="0"/>
          <a:chExt cx="0" cy="0"/>
        </a:xfrm>
      </p:grpSpPr>
      <p:sp>
        <p:nvSpPr>
          <p:cNvPr id="144"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lgn="ctr">
              <a:buNone/>
            </a:pPr>
            <a:endParaRPr b="0" lang="fr-FR" sz="4400" strike="noStrike" u="none">
              <a:solidFill>
                <a:srgbClr val="000000"/>
              </a:solidFill>
              <a:uFillTx/>
              <a:latin typeface="Arial"/>
            </a:endParaRPr>
          </a:p>
        </p:txBody>
      </p:sp>
      <p:sp>
        <p:nvSpPr>
          <p:cNvPr id="3" name="PlaceHolder 2"/>
          <p:cNvSpPr>
            <a:spLocks noGrp="1"/>
          </p:cNvSpPr>
          <p:nvPr>
            <p:ph type="ftr" idx="79"/>
          </p:nvPr>
        </p:nvSpPr>
        <p:spPr/>
        <p:txBody>
          <a:bodyPr/>
          <a:p>
            <a:r>
              <a:t>Footer</a:t>
            </a:r>
          </a:p>
        </p:txBody>
      </p:sp>
      <p:sp>
        <p:nvSpPr>
          <p:cNvPr id="4" name="PlaceHolder 3"/>
          <p:cNvSpPr>
            <a:spLocks noGrp="1"/>
          </p:cNvSpPr>
          <p:nvPr>
            <p:ph type="sldNum" idx="80"/>
          </p:nvPr>
        </p:nvSpPr>
        <p:spPr/>
        <p:txBody>
          <a:bodyPr/>
          <a:p>
            <a:fld id="{4C8502D3-F7D7-446D-958E-065C4E665911}" type="slidenum">
              <a:t>&lt;#&gt;</a:t>
            </a:fld>
          </a:p>
        </p:txBody>
      </p:sp>
      <p:sp>
        <p:nvSpPr>
          <p:cNvPr id="5" name="PlaceHolder 4"/>
          <p:cNvSpPr>
            <a:spLocks noGrp="1"/>
          </p:cNvSpPr>
          <p:nvPr>
            <p:ph type="dt" idx="81"/>
          </p:nvPr>
        </p:nvSpPr>
        <p:spPr/>
        <p:txBody>
          <a:bodyPr/>
          <a:p>
            <a:r>
              <a:rPr lang="fr-FR"/>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ide">
    <p:spTree>
      <p:nvGrpSpPr>
        <p:cNvPr id="1" name=""/>
        <p:cNvGrpSpPr/>
        <p:nvPr/>
      </p:nvGrpSpPr>
      <p:grpSpPr>
        <a:xfrm>
          <a:off x="0" y="0"/>
          <a:ext cx="0" cy="0"/>
          <a:chOff x="0" y="0"/>
          <a:chExt cx="0" cy="0"/>
        </a:xfrm>
      </p:grpSpPr>
      <p:sp>
        <p:nvSpPr>
          <p:cNvPr id="2" name="PlaceHolder 1"/>
          <p:cNvSpPr>
            <a:spLocks noGrp="1"/>
          </p:cNvSpPr>
          <p:nvPr>
            <p:ph type="ftr" idx="82"/>
          </p:nvPr>
        </p:nvSpPr>
        <p:spPr/>
        <p:txBody>
          <a:bodyPr/>
          <a:p>
            <a:r>
              <a:t>Footer</a:t>
            </a:r>
          </a:p>
        </p:txBody>
      </p:sp>
      <p:sp>
        <p:nvSpPr>
          <p:cNvPr id="3" name="PlaceHolder 2"/>
          <p:cNvSpPr>
            <a:spLocks noGrp="1"/>
          </p:cNvSpPr>
          <p:nvPr>
            <p:ph type="sldNum" idx="83"/>
          </p:nvPr>
        </p:nvSpPr>
        <p:spPr/>
        <p:txBody>
          <a:bodyPr/>
          <a:p>
            <a:fld id="{EC07C1B4-AFA0-4493-BD8C-8FF7DE469574}" type="slidenum">
              <a:t>&lt;#&gt;</a:t>
            </a:fld>
          </a:p>
        </p:txBody>
      </p:sp>
      <p:sp>
        <p:nvSpPr>
          <p:cNvPr id="4" name="PlaceHolder 3"/>
          <p:cNvSpPr>
            <a:spLocks noGrp="1"/>
          </p:cNvSpPr>
          <p:nvPr>
            <p:ph type="dt" idx="84"/>
          </p:nvPr>
        </p:nvSpPr>
        <p:spPr/>
        <p:txBody>
          <a:bodyPr/>
          <a:p>
            <a:r>
              <a:rPr lang="fr-FR"/>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u avec légende">
    <p:spTree>
      <p:nvGrpSpPr>
        <p:cNvPr id="1" name=""/>
        <p:cNvGrpSpPr/>
        <p:nvPr/>
      </p:nvGrpSpPr>
      <p:grpSpPr>
        <a:xfrm>
          <a:off x="0" y="0"/>
          <a:ext cx="0" cy="0"/>
          <a:chOff x="0" y="0"/>
          <a:chExt cx="0" cy="0"/>
        </a:xfrm>
      </p:grpSpPr>
      <p:sp>
        <p:nvSpPr>
          <p:cNvPr id="2" name="PlaceHolder 1"/>
          <p:cNvSpPr>
            <a:spLocks noGrp="1"/>
          </p:cNvSpPr>
          <p:nvPr>
            <p:ph type="ftr" idx="85"/>
          </p:nvPr>
        </p:nvSpPr>
        <p:spPr/>
        <p:txBody>
          <a:bodyPr/>
          <a:p>
            <a:r>
              <a:t>Footer</a:t>
            </a:r>
          </a:p>
        </p:txBody>
      </p:sp>
      <p:sp>
        <p:nvSpPr>
          <p:cNvPr id="3" name="PlaceHolder 2"/>
          <p:cNvSpPr>
            <a:spLocks noGrp="1"/>
          </p:cNvSpPr>
          <p:nvPr>
            <p:ph type="sldNum" idx="86"/>
          </p:nvPr>
        </p:nvSpPr>
        <p:spPr/>
        <p:txBody>
          <a:bodyPr/>
          <a:p>
            <a:fld id="{B0019A76-EB32-494D-9F72-34D543EEA008}" type="slidenum">
              <a:t>&lt;#&gt;</a:t>
            </a:fld>
          </a:p>
        </p:txBody>
      </p:sp>
      <p:sp>
        <p:nvSpPr>
          <p:cNvPr id="4" name="PlaceHolder 3"/>
          <p:cNvSpPr>
            <a:spLocks noGrp="1"/>
          </p:cNvSpPr>
          <p:nvPr>
            <p:ph type="dt" idx="87"/>
          </p:nvPr>
        </p:nvSpPr>
        <p:spPr/>
        <p:txBody>
          <a:bodyPr/>
          <a:p>
            <a:r>
              <a:rPr lang="fr-FR"/>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avec légende">
    <p:spTree>
      <p:nvGrpSpPr>
        <p:cNvPr id="1" name=""/>
        <p:cNvGrpSpPr/>
        <p:nvPr/>
      </p:nvGrpSpPr>
      <p:grpSpPr>
        <a:xfrm>
          <a:off x="0" y="0"/>
          <a:ext cx="0" cy="0"/>
          <a:chOff x="0" y="0"/>
          <a:chExt cx="0" cy="0"/>
        </a:xfrm>
      </p:grpSpPr>
      <p:sp>
        <p:nvSpPr>
          <p:cNvPr id="2" name="PlaceHolder 1"/>
          <p:cNvSpPr>
            <a:spLocks noGrp="1"/>
          </p:cNvSpPr>
          <p:nvPr>
            <p:ph type="ftr" idx="88"/>
          </p:nvPr>
        </p:nvSpPr>
        <p:spPr/>
        <p:txBody>
          <a:bodyPr/>
          <a:p>
            <a:r>
              <a:t>Footer</a:t>
            </a:r>
          </a:p>
        </p:txBody>
      </p:sp>
      <p:sp>
        <p:nvSpPr>
          <p:cNvPr id="3" name="PlaceHolder 2"/>
          <p:cNvSpPr>
            <a:spLocks noGrp="1"/>
          </p:cNvSpPr>
          <p:nvPr>
            <p:ph type="sldNum" idx="89"/>
          </p:nvPr>
        </p:nvSpPr>
        <p:spPr/>
        <p:txBody>
          <a:bodyPr/>
          <a:p>
            <a:fld id="{C113ACB0-013F-4F80-BFA2-AF0BA10912A6}" type="slidenum">
              <a:t>&lt;#&gt;</a:t>
            </a:fld>
          </a:p>
        </p:txBody>
      </p:sp>
      <p:sp>
        <p:nvSpPr>
          <p:cNvPr id="4" name="PlaceHolder 3"/>
          <p:cNvSpPr>
            <a:spLocks noGrp="1"/>
          </p:cNvSpPr>
          <p:nvPr>
            <p:ph type="dt" idx="90"/>
          </p:nvPr>
        </p:nvSpPr>
        <p:spPr/>
        <p:txBody>
          <a:bodyPr/>
          <a:p>
            <a:r>
              <a:rPr lang="fr-F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 Id="rId9" Type="http://schemas.openxmlformats.org/officeDocument/2006/relationships/slideLayout" Target="../slideLayouts/slideLayout17.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8.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9.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20.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21.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22.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23.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24.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25.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26.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7.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8.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9.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30.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31.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32.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33.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34.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35.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36.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buNone/>
            </a:pPr>
            <a:r>
              <a:rPr b="0" lang="fr-FR" sz="1800" strike="noStrike" u="none">
                <a:solidFill>
                  <a:srgbClr val="000000"/>
                </a:solidFill>
                <a:uFillTx/>
                <a:latin typeface="Arial"/>
              </a:rPr>
              <a:t>Cliquez pour éditer le format du texte-titre</a:t>
            </a:r>
            <a:endParaRPr b="0" lang="fr-FR" sz="1800" strike="noStrike" u="none">
              <a:solidFill>
                <a:srgbClr val="000000"/>
              </a:solidFill>
              <a:uFillTx/>
              <a:latin typeface="Arial"/>
            </a:endParaRPr>
          </a:p>
        </p:txBody>
      </p:sp>
      <p:sp>
        <p:nvSpPr>
          <p:cNvPr id="1" name="PlaceHolder 2"/>
          <p:cNvSpPr>
            <a:spLocks noGrp="1"/>
          </p:cNvSpPr>
          <p:nvPr>
            <p:ph type="ftr" idx="1"/>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&lt;pied de page&gt;</a:t>
            </a:r>
            <a:endParaRPr b="0" lang="fr-FR" sz="1400" strike="noStrike" u="none">
              <a:solidFill>
                <a:srgbClr val="000000"/>
              </a:solidFill>
              <a:uFillTx/>
              <a:latin typeface="Times New Roman"/>
            </a:endParaRPr>
          </a:p>
        </p:txBody>
      </p:sp>
      <p:sp>
        <p:nvSpPr>
          <p:cNvPr id="2" name="PlaceHolder 3"/>
          <p:cNvSpPr>
            <a:spLocks noGrp="1"/>
          </p:cNvSpPr>
          <p:nvPr>
            <p:ph type="sldNum" idx="2"/>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DF980BC2-AC08-4747-8136-03E4E3469C8A}" type="slidenum">
              <a:rPr b="0" lang="fr-FR" sz="670" strike="noStrike" u="none">
                <a:solidFill>
                  <a:schemeClr val="dk1">
                    <a:tint val="82000"/>
                  </a:schemeClr>
                </a:solidFill>
                <a:uFillTx/>
                <a:latin typeface="Aptos"/>
              </a:rPr>
              <a:t>&lt;numéro&gt;</a:t>
            </a:fld>
            <a:endParaRPr b="0" lang="fr-FR" sz="670" strike="noStrike" u="none">
              <a:solidFill>
                <a:srgbClr val="000000"/>
              </a:solidFill>
              <a:uFillTx/>
              <a:latin typeface="Times New Roman"/>
            </a:endParaRPr>
          </a:p>
        </p:txBody>
      </p:sp>
      <p:sp>
        <p:nvSpPr>
          <p:cNvPr id="3" name="PlaceHolder 4"/>
          <p:cNvSpPr>
            <a:spLocks noGrp="1"/>
          </p:cNvSpPr>
          <p:nvPr>
            <p:ph type="dt" idx="3"/>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&lt;date/heure&gt;</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7" name="PlaceHolder 2"/>
          <p:cNvSpPr>
            <a:spLocks noGrp="1"/>
          </p:cNvSpPr>
          <p:nvPr>
            <p:ph type="sldNum" idx="5"/>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5126BF7D-9CFA-4335-AB28-BF888F91E348}"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8" name="PlaceHolder 3"/>
          <p:cNvSpPr>
            <a:spLocks noGrp="1"/>
          </p:cNvSpPr>
          <p:nvPr>
            <p:ph type="dt" idx="6"/>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10" name="PlaceHolder 2"/>
          <p:cNvSpPr>
            <a:spLocks noGrp="1"/>
          </p:cNvSpPr>
          <p:nvPr>
            <p:ph type="sldNum" idx="8"/>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CAD713B8-3519-4C27-AD8E-27C493F770EF}"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11" name="PlaceHolder 3"/>
          <p:cNvSpPr>
            <a:spLocks noGrp="1"/>
          </p:cNvSpPr>
          <p:nvPr>
            <p:ph type="dt" idx="9"/>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buNone/>
            </a:pPr>
            <a:r>
              <a:rPr b="0" lang="fr-FR" sz="1800" strike="noStrike" u="none">
                <a:solidFill>
                  <a:srgbClr val="000000"/>
                </a:solidFill>
                <a:uFillTx/>
                <a:latin typeface="Arial"/>
              </a:rPr>
              <a:t>Cliquez pour éditer le format du texte-titre</a:t>
            </a:r>
            <a:endParaRPr b="0" lang="fr-FR" sz="1800" strike="noStrike" u="none">
              <a:solidFill>
                <a:srgbClr val="000000"/>
              </a:solidFill>
              <a:uFillTx/>
              <a:latin typeface="Arial"/>
            </a:endParaRPr>
          </a:p>
        </p:txBody>
      </p:sp>
      <p:sp>
        <p:nvSpPr>
          <p:cNvPr id="13" name="PlaceHolder 2"/>
          <p:cNvSpPr>
            <a:spLocks noGrp="1"/>
          </p:cNvSpPr>
          <p:nvPr>
            <p:ph type="ftr" idx="10"/>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14" name="PlaceHolder 3"/>
          <p:cNvSpPr>
            <a:spLocks noGrp="1"/>
          </p:cNvSpPr>
          <p:nvPr>
            <p:ph type="sldNum" idx="11"/>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5059478D-E454-48F0-99B1-B18743CFFAAB}"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15" name="PlaceHolder 4"/>
          <p:cNvSpPr>
            <a:spLocks noGrp="1"/>
          </p:cNvSpPr>
          <p:nvPr>
            <p:ph type="dt" idx="12"/>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buNone/>
            </a:pPr>
            <a:r>
              <a:rPr b="0" lang="fr-FR" sz="1800" strike="noStrike" u="none">
                <a:solidFill>
                  <a:srgbClr val="000000"/>
                </a:solidFill>
                <a:uFillTx/>
                <a:latin typeface="Arial"/>
              </a:rPr>
              <a:t>Cliquez pour éditer le format du texte-titre</a:t>
            </a:r>
            <a:endParaRPr b="0" lang="fr-FR" sz="1800" strike="noStrike" u="none">
              <a:solidFill>
                <a:srgbClr val="000000"/>
              </a:solidFill>
              <a:uFillTx/>
              <a:latin typeface="Arial"/>
            </a:endParaRPr>
          </a:p>
        </p:txBody>
      </p:sp>
      <p:sp>
        <p:nvSpPr>
          <p:cNvPr id="18" name="PlaceHolder 2"/>
          <p:cNvSpPr>
            <a:spLocks noGrp="1"/>
          </p:cNvSpPr>
          <p:nvPr>
            <p:ph type="body"/>
          </p:nvPr>
        </p:nvSpPr>
        <p:spPr>
          <a:xfrm>
            <a:off x="353520" y="2434320"/>
            <a:ext cx="2163960" cy="5800320"/>
          </a:xfrm>
          <a:prstGeom prst="rect">
            <a:avLst/>
          </a:prstGeom>
          <a:noFill/>
          <a:ln w="0">
            <a:noFill/>
          </a:ln>
        </p:spPr>
        <p:txBody>
          <a:bodyPr lIns="0" rIns="0" tIns="0" bIns="0" anchor="t">
            <a:normAutofit fontScale="25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uFillTx/>
                <a:latin typeface="Arial"/>
              </a:rPr>
              <a:t>Cliquez pour éditer le format du plan de texte</a:t>
            </a:r>
            <a:endParaRPr b="0" lang="fr-FR" sz="18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uFillTx/>
                <a:latin typeface="Arial"/>
              </a:rPr>
              <a:t>Second niveau de plan</a:t>
            </a:r>
            <a:endParaRPr b="0" lang="fr-FR" sz="1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uFillTx/>
                <a:latin typeface="Arial"/>
              </a:rPr>
              <a:t>Troisième niveau de plan</a:t>
            </a:r>
            <a:endParaRPr b="0" lang="fr-FR" sz="18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uFillTx/>
                <a:latin typeface="Arial"/>
              </a:rPr>
              <a:t>Quatrième niveau de plan</a:t>
            </a:r>
            <a:endParaRPr b="0" lang="fr-FR" sz="18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uFillTx/>
                <a:latin typeface="Arial"/>
              </a:rPr>
              <a:t>Cinquième niveau de plan</a:t>
            </a:r>
            <a:endParaRPr b="0" lang="fr-FR" sz="18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uFillTx/>
                <a:latin typeface="Arial"/>
              </a:rPr>
              <a:t>Sixième niveau de plan</a:t>
            </a:r>
            <a:endParaRPr b="0" lang="fr-FR" sz="18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uFillTx/>
                <a:latin typeface="Arial"/>
              </a:rPr>
              <a:t>Septième niveau de plan</a:t>
            </a:r>
            <a:endParaRPr b="0" lang="fr-FR" sz="1800" strike="noStrike" u="none">
              <a:solidFill>
                <a:srgbClr val="000000"/>
              </a:solidFill>
              <a:uFillTx/>
              <a:latin typeface="Arial"/>
            </a:endParaRPr>
          </a:p>
        </p:txBody>
      </p:sp>
      <p:sp>
        <p:nvSpPr>
          <p:cNvPr id="19" name="PlaceHolder 3"/>
          <p:cNvSpPr>
            <a:spLocks noGrp="1"/>
          </p:cNvSpPr>
          <p:nvPr>
            <p:ph type="body"/>
          </p:nvPr>
        </p:nvSpPr>
        <p:spPr>
          <a:xfrm>
            <a:off x="2626560" y="2434320"/>
            <a:ext cx="2163960" cy="5800320"/>
          </a:xfrm>
          <a:prstGeom prst="rect">
            <a:avLst/>
          </a:prstGeom>
          <a:noFill/>
          <a:ln w="0">
            <a:noFill/>
          </a:ln>
        </p:spPr>
        <p:txBody>
          <a:bodyPr lIns="0" rIns="0" tIns="0" bIns="0" anchor="t">
            <a:normAutofit fontScale="25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uFillTx/>
                <a:latin typeface="Arial"/>
              </a:rPr>
              <a:t>Cliquez pour éditer le format du plan de texte</a:t>
            </a:r>
            <a:endParaRPr b="0" lang="fr-FR" sz="18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uFillTx/>
                <a:latin typeface="Arial"/>
              </a:rPr>
              <a:t>Second niveau de plan</a:t>
            </a:r>
            <a:endParaRPr b="0" lang="fr-FR" sz="1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uFillTx/>
                <a:latin typeface="Arial"/>
              </a:rPr>
              <a:t>Troisième niveau de plan</a:t>
            </a:r>
            <a:endParaRPr b="0" lang="fr-FR" sz="18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uFillTx/>
                <a:latin typeface="Arial"/>
              </a:rPr>
              <a:t>Quatrième niveau de plan</a:t>
            </a:r>
            <a:endParaRPr b="0" lang="fr-FR" sz="18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uFillTx/>
                <a:latin typeface="Arial"/>
              </a:rPr>
              <a:t>Cinquième niveau de plan</a:t>
            </a:r>
            <a:endParaRPr b="0" lang="fr-FR" sz="18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uFillTx/>
                <a:latin typeface="Arial"/>
              </a:rPr>
              <a:t>Sixième niveau de plan</a:t>
            </a:r>
            <a:endParaRPr b="0" lang="fr-FR" sz="18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uFillTx/>
                <a:latin typeface="Arial"/>
              </a:rPr>
              <a:t>Septième niveau de plan</a:t>
            </a:r>
            <a:endParaRPr b="0" lang="fr-FR" sz="1800" strike="noStrike" u="none">
              <a:solidFill>
                <a:srgbClr val="000000"/>
              </a:solidFill>
              <a:uFillTx/>
              <a:latin typeface="Arial"/>
            </a:endParaRPr>
          </a:p>
        </p:txBody>
      </p:sp>
      <p:sp>
        <p:nvSpPr>
          <p:cNvPr id="20" name="PlaceHolder 4"/>
          <p:cNvSpPr>
            <a:spLocks noGrp="1"/>
          </p:cNvSpPr>
          <p:nvPr>
            <p:ph type="ftr" idx="13"/>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&lt;pied de page&gt;</a:t>
            </a:r>
            <a:endParaRPr b="0" lang="fr-FR" sz="1400" strike="noStrike" u="none">
              <a:solidFill>
                <a:srgbClr val="000000"/>
              </a:solidFill>
              <a:uFillTx/>
              <a:latin typeface="Times New Roman"/>
            </a:endParaRPr>
          </a:p>
        </p:txBody>
      </p:sp>
      <p:sp>
        <p:nvSpPr>
          <p:cNvPr id="21" name="PlaceHolder 5"/>
          <p:cNvSpPr>
            <a:spLocks noGrp="1"/>
          </p:cNvSpPr>
          <p:nvPr>
            <p:ph type="sldNum" idx="14"/>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35B1B338-7CD2-472F-801D-A80832B73B5D}" type="slidenum">
              <a:rPr b="0" lang="fr-FR" sz="670" strike="noStrike" u="none">
                <a:solidFill>
                  <a:schemeClr val="dk1">
                    <a:tint val="82000"/>
                  </a:schemeClr>
                </a:solidFill>
                <a:uFillTx/>
                <a:latin typeface="Aptos"/>
              </a:rPr>
              <a:t>&lt;numéro&gt;</a:t>
            </a:fld>
            <a:endParaRPr b="0" lang="fr-FR" sz="670" strike="noStrike" u="none">
              <a:solidFill>
                <a:srgbClr val="000000"/>
              </a:solidFill>
              <a:uFillTx/>
              <a:latin typeface="Times New Roman"/>
            </a:endParaRPr>
          </a:p>
        </p:txBody>
      </p:sp>
      <p:sp>
        <p:nvSpPr>
          <p:cNvPr id="22" name="PlaceHolder 6"/>
          <p:cNvSpPr>
            <a:spLocks noGrp="1"/>
          </p:cNvSpPr>
          <p:nvPr>
            <p:ph type="dt" idx="15"/>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&lt;date/heure&gt;</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buNone/>
            </a:pPr>
            <a:r>
              <a:rPr b="0" lang="fr-FR" sz="1800" strike="noStrike" u="none">
                <a:solidFill>
                  <a:srgbClr val="000000"/>
                </a:solidFill>
                <a:uFillTx/>
                <a:latin typeface="Arial"/>
              </a:rPr>
              <a:t>Cliquez pour éditer le format du texte-titre</a:t>
            </a:r>
            <a:endParaRPr b="0" lang="fr-FR" sz="1800" strike="noStrike" u="none">
              <a:solidFill>
                <a:srgbClr val="000000"/>
              </a:solidFill>
              <a:uFillTx/>
              <a:latin typeface="Arial"/>
            </a:endParaRPr>
          </a:p>
        </p:txBody>
      </p:sp>
      <p:sp>
        <p:nvSpPr>
          <p:cNvPr id="27" name="PlaceHolder 2"/>
          <p:cNvSpPr>
            <a:spLocks noGrp="1"/>
          </p:cNvSpPr>
          <p:nvPr>
            <p:ph type="body"/>
          </p:nvPr>
        </p:nvSpPr>
        <p:spPr>
          <a:xfrm>
            <a:off x="353520" y="2434320"/>
            <a:ext cx="2163960" cy="5800320"/>
          </a:xfrm>
          <a:prstGeom prst="rect">
            <a:avLst/>
          </a:prstGeom>
          <a:noFill/>
          <a:ln w="0">
            <a:noFill/>
          </a:ln>
        </p:spPr>
        <p:txBody>
          <a:bodyPr lIns="0" rIns="0" tIns="0" bIns="0" anchor="t">
            <a:normAutofit fontScale="25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uFillTx/>
                <a:latin typeface="Arial"/>
              </a:rPr>
              <a:t>Cliquez pour éditer le format du plan de texte</a:t>
            </a:r>
            <a:endParaRPr b="0" lang="fr-FR" sz="18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uFillTx/>
                <a:latin typeface="Arial"/>
              </a:rPr>
              <a:t>Second niveau de plan</a:t>
            </a:r>
            <a:endParaRPr b="0" lang="fr-FR" sz="1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uFillTx/>
                <a:latin typeface="Arial"/>
              </a:rPr>
              <a:t>Troisième niveau de plan</a:t>
            </a:r>
            <a:endParaRPr b="0" lang="fr-FR" sz="18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uFillTx/>
                <a:latin typeface="Arial"/>
              </a:rPr>
              <a:t>Quatrième niveau de plan</a:t>
            </a:r>
            <a:endParaRPr b="0" lang="fr-FR" sz="18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uFillTx/>
                <a:latin typeface="Arial"/>
              </a:rPr>
              <a:t>Cinquième niveau de plan</a:t>
            </a:r>
            <a:endParaRPr b="0" lang="fr-FR" sz="18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uFillTx/>
                <a:latin typeface="Arial"/>
              </a:rPr>
              <a:t>Sixième niveau de plan</a:t>
            </a:r>
            <a:endParaRPr b="0" lang="fr-FR" sz="18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uFillTx/>
                <a:latin typeface="Arial"/>
              </a:rPr>
              <a:t>Septième niveau de plan</a:t>
            </a:r>
            <a:endParaRPr b="0" lang="fr-FR" sz="1800" strike="noStrike" u="none">
              <a:solidFill>
                <a:srgbClr val="000000"/>
              </a:solidFill>
              <a:uFillTx/>
              <a:latin typeface="Arial"/>
            </a:endParaRPr>
          </a:p>
        </p:txBody>
      </p:sp>
      <p:sp>
        <p:nvSpPr>
          <p:cNvPr id="28" name="PlaceHolder 3"/>
          <p:cNvSpPr>
            <a:spLocks noGrp="1"/>
          </p:cNvSpPr>
          <p:nvPr>
            <p:ph type="body"/>
          </p:nvPr>
        </p:nvSpPr>
        <p:spPr>
          <a:xfrm>
            <a:off x="2626560" y="2434320"/>
            <a:ext cx="2163960" cy="5800320"/>
          </a:xfrm>
          <a:prstGeom prst="rect">
            <a:avLst/>
          </a:prstGeom>
          <a:noFill/>
          <a:ln w="0">
            <a:noFill/>
          </a:ln>
        </p:spPr>
        <p:txBody>
          <a:bodyPr lIns="0" rIns="0" tIns="0" bIns="0" anchor="t">
            <a:normAutofit fontScale="25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uFillTx/>
                <a:latin typeface="Arial"/>
              </a:rPr>
              <a:t>Cliquez pour éditer le format du plan de texte</a:t>
            </a:r>
            <a:endParaRPr b="0" lang="fr-FR" sz="18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uFillTx/>
                <a:latin typeface="Arial"/>
              </a:rPr>
              <a:t>Second niveau de plan</a:t>
            </a:r>
            <a:endParaRPr b="0" lang="fr-FR" sz="1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uFillTx/>
                <a:latin typeface="Arial"/>
              </a:rPr>
              <a:t>Troisième niveau de plan</a:t>
            </a:r>
            <a:endParaRPr b="0" lang="fr-FR" sz="18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uFillTx/>
                <a:latin typeface="Arial"/>
              </a:rPr>
              <a:t>Quatrième niveau de plan</a:t>
            </a:r>
            <a:endParaRPr b="0" lang="fr-FR" sz="18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uFillTx/>
                <a:latin typeface="Arial"/>
              </a:rPr>
              <a:t>Cinquième niveau de plan</a:t>
            </a:r>
            <a:endParaRPr b="0" lang="fr-FR" sz="18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uFillTx/>
                <a:latin typeface="Arial"/>
              </a:rPr>
              <a:t>Sixième niveau de plan</a:t>
            </a:r>
            <a:endParaRPr b="0" lang="fr-FR" sz="18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uFillTx/>
                <a:latin typeface="Arial"/>
              </a:rPr>
              <a:t>Septième niveau de plan</a:t>
            </a:r>
            <a:endParaRPr b="0" lang="fr-FR" sz="1800" strike="noStrike" u="none">
              <a:solidFill>
                <a:srgbClr val="000000"/>
              </a:solidFill>
              <a:uFillTx/>
              <a:latin typeface="Arial"/>
            </a:endParaRPr>
          </a:p>
        </p:txBody>
      </p:sp>
      <p:sp>
        <p:nvSpPr>
          <p:cNvPr id="29" name="PlaceHolder 4"/>
          <p:cNvSpPr>
            <a:spLocks noGrp="1"/>
          </p:cNvSpPr>
          <p:nvPr>
            <p:ph type="ftr" idx="16"/>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&lt;pied de page&gt;</a:t>
            </a:r>
            <a:endParaRPr b="0" lang="fr-FR" sz="1400" strike="noStrike" u="none">
              <a:solidFill>
                <a:srgbClr val="000000"/>
              </a:solidFill>
              <a:uFillTx/>
              <a:latin typeface="Times New Roman"/>
            </a:endParaRPr>
          </a:p>
        </p:txBody>
      </p:sp>
      <p:sp>
        <p:nvSpPr>
          <p:cNvPr id="30" name="PlaceHolder 5"/>
          <p:cNvSpPr>
            <a:spLocks noGrp="1"/>
          </p:cNvSpPr>
          <p:nvPr>
            <p:ph type="sldNum" idx="17"/>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779D84D2-600C-4AB8-9A11-2679FCDCEF0C}" type="slidenum">
              <a:rPr b="0" lang="fr-FR" sz="670" strike="noStrike" u="none">
                <a:solidFill>
                  <a:schemeClr val="dk1">
                    <a:tint val="82000"/>
                  </a:schemeClr>
                </a:solidFill>
                <a:uFillTx/>
                <a:latin typeface="Aptos"/>
              </a:rPr>
              <a:t>&lt;numéro&gt;</a:t>
            </a:fld>
            <a:endParaRPr b="0" lang="fr-FR" sz="670" strike="noStrike" u="none">
              <a:solidFill>
                <a:srgbClr val="000000"/>
              </a:solidFill>
              <a:uFillTx/>
              <a:latin typeface="Times New Roman"/>
            </a:endParaRPr>
          </a:p>
        </p:txBody>
      </p:sp>
      <p:sp>
        <p:nvSpPr>
          <p:cNvPr id="31" name="PlaceHolder 6"/>
          <p:cNvSpPr>
            <a:spLocks noGrp="1"/>
          </p:cNvSpPr>
          <p:nvPr>
            <p:ph type="dt" idx="18"/>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&lt;date/heure&gt;</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buNone/>
            </a:pPr>
            <a:r>
              <a:rPr b="0" lang="fr-FR" sz="1800" strike="noStrike" u="none">
                <a:solidFill>
                  <a:srgbClr val="000000"/>
                </a:solidFill>
                <a:uFillTx/>
                <a:latin typeface="Arial"/>
              </a:rPr>
              <a:t>Cliquez pour éditer le format du texte-titre</a:t>
            </a:r>
            <a:endParaRPr b="0" lang="fr-FR" sz="1800" strike="noStrike" u="none">
              <a:solidFill>
                <a:srgbClr val="000000"/>
              </a:solidFill>
              <a:uFillTx/>
              <a:latin typeface="Arial"/>
            </a:endParaRPr>
          </a:p>
        </p:txBody>
      </p:sp>
      <p:sp>
        <p:nvSpPr>
          <p:cNvPr id="36" name="PlaceHolder 2"/>
          <p:cNvSpPr>
            <a:spLocks noGrp="1"/>
          </p:cNvSpPr>
          <p:nvPr>
            <p:ph type="ftr" idx="19"/>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37" name="PlaceHolder 3"/>
          <p:cNvSpPr>
            <a:spLocks noGrp="1"/>
          </p:cNvSpPr>
          <p:nvPr>
            <p:ph type="sldNum" idx="20"/>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B93460A6-3B24-4BC5-A8C0-B871DBBE8661}"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38" name="PlaceHolder 4"/>
          <p:cNvSpPr>
            <a:spLocks noGrp="1"/>
          </p:cNvSpPr>
          <p:nvPr>
            <p:ph type="dt" idx="21"/>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buNone/>
            </a:pPr>
            <a:r>
              <a:rPr b="0" lang="fr-FR" sz="1800" strike="noStrike" u="none">
                <a:solidFill>
                  <a:srgbClr val="000000"/>
                </a:solidFill>
                <a:uFillTx/>
                <a:latin typeface="Arial"/>
              </a:rPr>
              <a:t>Cliquez pour éditer le format du texte-titre</a:t>
            </a:r>
            <a:endParaRPr b="0" lang="fr-FR" sz="1800" strike="noStrike" u="none">
              <a:solidFill>
                <a:srgbClr val="000000"/>
              </a:solidFill>
              <a:uFillTx/>
              <a:latin typeface="Arial"/>
            </a:endParaRPr>
          </a:p>
        </p:txBody>
      </p:sp>
      <p:sp>
        <p:nvSpPr>
          <p:cNvPr id="41" name="PlaceHolder 2"/>
          <p:cNvSpPr>
            <a:spLocks noGrp="1"/>
          </p:cNvSpPr>
          <p:nvPr>
            <p:ph type="body"/>
          </p:nvPr>
        </p:nvSpPr>
        <p:spPr>
          <a:xfrm>
            <a:off x="353520" y="2434320"/>
            <a:ext cx="2163960" cy="5800320"/>
          </a:xfrm>
          <a:prstGeom prst="rect">
            <a:avLst/>
          </a:prstGeom>
          <a:noFill/>
          <a:ln w="0">
            <a:noFill/>
          </a:ln>
        </p:spPr>
        <p:txBody>
          <a:bodyPr lIns="0" rIns="0" tIns="0" bIns="0" anchor="t">
            <a:normAutofit fontScale="25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uFillTx/>
                <a:latin typeface="Arial"/>
              </a:rPr>
              <a:t>Cliquez pour éditer le format du plan de texte</a:t>
            </a:r>
            <a:endParaRPr b="0" lang="fr-FR" sz="18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uFillTx/>
                <a:latin typeface="Arial"/>
              </a:rPr>
              <a:t>Second niveau de plan</a:t>
            </a:r>
            <a:endParaRPr b="0" lang="fr-FR" sz="1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uFillTx/>
                <a:latin typeface="Arial"/>
              </a:rPr>
              <a:t>Troisième niveau de plan</a:t>
            </a:r>
            <a:endParaRPr b="0" lang="fr-FR" sz="18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uFillTx/>
                <a:latin typeface="Arial"/>
              </a:rPr>
              <a:t>Quatrième niveau de plan</a:t>
            </a:r>
            <a:endParaRPr b="0" lang="fr-FR" sz="18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uFillTx/>
                <a:latin typeface="Arial"/>
              </a:rPr>
              <a:t>Cinquième niveau de plan</a:t>
            </a:r>
            <a:endParaRPr b="0" lang="fr-FR" sz="18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uFillTx/>
                <a:latin typeface="Arial"/>
              </a:rPr>
              <a:t>Sixième niveau de plan</a:t>
            </a:r>
            <a:endParaRPr b="0" lang="fr-FR" sz="18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uFillTx/>
                <a:latin typeface="Arial"/>
              </a:rPr>
              <a:t>Septième niveau de plan</a:t>
            </a:r>
            <a:endParaRPr b="0" lang="fr-FR" sz="1800" strike="noStrike" u="none">
              <a:solidFill>
                <a:srgbClr val="000000"/>
              </a:solidFill>
              <a:uFillTx/>
              <a:latin typeface="Arial"/>
            </a:endParaRPr>
          </a:p>
        </p:txBody>
      </p:sp>
      <p:sp>
        <p:nvSpPr>
          <p:cNvPr id="42" name="PlaceHolder 3"/>
          <p:cNvSpPr>
            <a:spLocks noGrp="1"/>
          </p:cNvSpPr>
          <p:nvPr>
            <p:ph type="body"/>
          </p:nvPr>
        </p:nvSpPr>
        <p:spPr>
          <a:xfrm>
            <a:off x="2626560" y="2434320"/>
            <a:ext cx="2163960" cy="5800320"/>
          </a:xfrm>
          <a:prstGeom prst="rect">
            <a:avLst/>
          </a:prstGeom>
          <a:noFill/>
          <a:ln w="0">
            <a:noFill/>
          </a:ln>
        </p:spPr>
        <p:txBody>
          <a:bodyPr lIns="0" rIns="0" tIns="0" bIns="0" anchor="t">
            <a:normAutofit fontScale="25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uFillTx/>
                <a:latin typeface="Arial"/>
              </a:rPr>
              <a:t>Cliquez pour éditer le format du plan de texte</a:t>
            </a:r>
            <a:endParaRPr b="0" lang="fr-FR" sz="18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uFillTx/>
                <a:latin typeface="Arial"/>
              </a:rPr>
              <a:t>Second niveau de plan</a:t>
            </a:r>
            <a:endParaRPr b="0" lang="fr-FR" sz="1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uFillTx/>
                <a:latin typeface="Arial"/>
              </a:rPr>
              <a:t>Troisième niveau de plan</a:t>
            </a:r>
            <a:endParaRPr b="0" lang="fr-FR" sz="18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uFillTx/>
                <a:latin typeface="Arial"/>
              </a:rPr>
              <a:t>Quatrième niveau de plan</a:t>
            </a:r>
            <a:endParaRPr b="0" lang="fr-FR" sz="18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uFillTx/>
                <a:latin typeface="Arial"/>
              </a:rPr>
              <a:t>Cinquième niveau de plan</a:t>
            </a:r>
            <a:endParaRPr b="0" lang="fr-FR" sz="18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uFillTx/>
                <a:latin typeface="Arial"/>
              </a:rPr>
              <a:t>Sixième niveau de plan</a:t>
            </a:r>
            <a:endParaRPr b="0" lang="fr-FR" sz="18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uFillTx/>
                <a:latin typeface="Arial"/>
              </a:rPr>
              <a:t>Septième niveau de plan</a:t>
            </a:r>
            <a:endParaRPr b="0" lang="fr-FR" sz="1800" strike="noStrike" u="none">
              <a:solidFill>
                <a:srgbClr val="000000"/>
              </a:solidFill>
              <a:uFillTx/>
              <a:latin typeface="Arial"/>
            </a:endParaRPr>
          </a:p>
        </p:txBody>
      </p:sp>
      <p:sp>
        <p:nvSpPr>
          <p:cNvPr id="43" name="PlaceHolder 4"/>
          <p:cNvSpPr>
            <a:spLocks noGrp="1"/>
          </p:cNvSpPr>
          <p:nvPr>
            <p:ph type="ftr" idx="22"/>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&lt;pied de page&gt;</a:t>
            </a:r>
            <a:endParaRPr b="0" lang="fr-FR" sz="1400" strike="noStrike" u="none">
              <a:solidFill>
                <a:srgbClr val="000000"/>
              </a:solidFill>
              <a:uFillTx/>
              <a:latin typeface="Times New Roman"/>
            </a:endParaRPr>
          </a:p>
        </p:txBody>
      </p:sp>
      <p:sp>
        <p:nvSpPr>
          <p:cNvPr id="44" name="PlaceHolder 5"/>
          <p:cNvSpPr>
            <a:spLocks noGrp="1"/>
          </p:cNvSpPr>
          <p:nvPr>
            <p:ph type="sldNum" idx="23"/>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B402050D-FFF7-4E1E-A453-802C1BD40D4E}" type="slidenum">
              <a:rPr b="0" lang="fr-FR" sz="670" strike="noStrike" u="none">
                <a:solidFill>
                  <a:schemeClr val="dk1">
                    <a:tint val="82000"/>
                  </a:schemeClr>
                </a:solidFill>
                <a:uFillTx/>
                <a:latin typeface="Aptos"/>
              </a:rPr>
              <a:t>&lt;numéro&gt;</a:t>
            </a:fld>
            <a:endParaRPr b="0" lang="fr-FR" sz="670" strike="noStrike" u="none">
              <a:solidFill>
                <a:srgbClr val="000000"/>
              </a:solidFill>
              <a:uFillTx/>
              <a:latin typeface="Times New Roman"/>
            </a:endParaRPr>
          </a:p>
        </p:txBody>
      </p:sp>
      <p:sp>
        <p:nvSpPr>
          <p:cNvPr id="45" name="PlaceHolder 6"/>
          <p:cNvSpPr>
            <a:spLocks noGrp="1"/>
          </p:cNvSpPr>
          <p:nvPr>
            <p:ph type="dt" idx="24"/>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&lt;date/heure&gt;</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buNone/>
            </a:pPr>
            <a:r>
              <a:rPr b="0" lang="fr-FR" sz="1800" strike="noStrike" u="none">
                <a:solidFill>
                  <a:srgbClr val="000000"/>
                </a:solidFill>
                <a:uFillTx/>
                <a:latin typeface="Arial"/>
              </a:rPr>
              <a:t>Cliquez pour éditer le format du texte-titre</a:t>
            </a:r>
            <a:endParaRPr b="0" lang="fr-FR" sz="1800" strike="noStrike" u="none">
              <a:solidFill>
                <a:srgbClr val="000000"/>
              </a:solidFill>
              <a:uFillTx/>
              <a:latin typeface="Arial"/>
            </a:endParaRPr>
          </a:p>
        </p:txBody>
      </p:sp>
      <p:sp>
        <p:nvSpPr>
          <p:cNvPr id="50" name="PlaceHolder 2"/>
          <p:cNvSpPr>
            <a:spLocks noGrp="1"/>
          </p:cNvSpPr>
          <p:nvPr>
            <p:ph type="ftr" idx="25"/>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51" name="PlaceHolder 3"/>
          <p:cNvSpPr>
            <a:spLocks noGrp="1"/>
          </p:cNvSpPr>
          <p:nvPr>
            <p:ph type="sldNum" idx="26"/>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B5AE3B91-6BBB-4A22-B849-F72075C32938}"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52" name="PlaceHolder 4"/>
          <p:cNvSpPr>
            <a:spLocks noGrp="1"/>
          </p:cNvSpPr>
          <p:nvPr>
            <p:ph type="dt" idx="27"/>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buNone/>
            </a:pPr>
            <a:r>
              <a:rPr b="0" lang="fr-FR" sz="1800" strike="noStrike" u="none">
                <a:solidFill>
                  <a:srgbClr val="000000"/>
                </a:solidFill>
                <a:uFillTx/>
                <a:latin typeface="Arial"/>
              </a:rPr>
              <a:t>Cliquez pour éditer le format du texte-titre</a:t>
            </a:r>
            <a:endParaRPr b="0" lang="fr-FR" sz="1800" strike="noStrike" u="none">
              <a:solidFill>
                <a:srgbClr val="000000"/>
              </a:solidFill>
              <a:uFillTx/>
              <a:latin typeface="Arial"/>
            </a:endParaRPr>
          </a:p>
        </p:txBody>
      </p:sp>
      <p:sp>
        <p:nvSpPr>
          <p:cNvPr id="55" name="PlaceHolder 2"/>
          <p:cNvSpPr>
            <a:spLocks noGrp="1"/>
          </p:cNvSpPr>
          <p:nvPr>
            <p:ph type="body"/>
          </p:nvPr>
        </p:nvSpPr>
        <p:spPr>
          <a:xfrm>
            <a:off x="353520" y="2434320"/>
            <a:ext cx="4434840" cy="58003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uFillTx/>
                <a:latin typeface="Arial"/>
              </a:rPr>
              <a:t>Cliquez pour éditer le format du plan de texte</a:t>
            </a:r>
            <a:endParaRPr b="0" lang="fr-FR" sz="18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uFillTx/>
                <a:latin typeface="Arial"/>
              </a:rPr>
              <a:t>Second niveau de plan</a:t>
            </a:r>
            <a:endParaRPr b="0" lang="fr-FR" sz="1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uFillTx/>
                <a:latin typeface="Arial"/>
              </a:rPr>
              <a:t>Troisième niveau de plan</a:t>
            </a:r>
            <a:endParaRPr b="0" lang="fr-FR" sz="18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uFillTx/>
                <a:latin typeface="Arial"/>
              </a:rPr>
              <a:t>Quatrième niveau de plan</a:t>
            </a:r>
            <a:endParaRPr b="0" lang="fr-FR" sz="18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uFillTx/>
                <a:latin typeface="Arial"/>
              </a:rPr>
              <a:t>Cinquième niveau de plan</a:t>
            </a:r>
            <a:endParaRPr b="0" lang="fr-FR" sz="18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uFillTx/>
                <a:latin typeface="Arial"/>
              </a:rPr>
              <a:t>Sixième niveau de plan</a:t>
            </a:r>
            <a:endParaRPr b="0" lang="fr-FR" sz="18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uFillTx/>
                <a:latin typeface="Arial"/>
              </a:rPr>
              <a:t>Septième niveau de plan</a:t>
            </a:r>
            <a:endParaRPr b="0" lang="fr-FR" sz="1800" strike="noStrike" u="none">
              <a:solidFill>
                <a:srgbClr val="000000"/>
              </a:solidFill>
              <a:uFillTx/>
              <a:latin typeface="Arial"/>
            </a:endParaRPr>
          </a:p>
        </p:txBody>
      </p:sp>
      <p:sp>
        <p:nvSpPr>
          <p:cNvPr id="56" name="PlaceHolder 3"/>
          <p:cNvSpPr>
            <a:spLocks noGrp="1"/>
          </p:cNvSpPr>
          <p:nvPr>
            <p:ph type="ftr" idx="28"/>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&lt;pied de page&gt;</a:t>
            </a:r>
            <a:endParaRPr b="0" lang="fr-FR" sz="1400" strike="noStrike" u="none">
              <a:solidFill>
                <a:srgbClr val="000000"/>
              </a:solidFill>
              <a:uFillTx/>
              <a:latin typeface="Times New Roman"/>
            </a:endParaRPr>
          </a:p>
        </p:txBody>
      </p:sp>
      <p:sp>
        <p:nvSpPr>
          <p:cNvPr id="57" name="PlaceHolder 4"/>
          <p:cNvSpPr>
            <a:spLocks noGrp="1"/>
          </p:cNvSpPr>
          <p:nvPr>
            <p:ph type="sldNum" idx="29"/>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EEB6FB20-6562-4734-924B-119D2EBCE2A6}" type="slidenum">
              <a:rPr b="0" lang="fr-FR" sz="670" strike="noStrike" u="none">
                <a:solidFill>
                  <a:schemeClr val="dk1">
                    <a:tint val="82000"/>
                  </a:schemeClr>
                </a:solidFill>
                <a:uFillTx/>
                <a:latin typeface="Aptos"/>
              </a:rPr>
              <a:t>&lt;numéro&gt;</a:t>
            </a:fld>
            <a:endParaRPr b="0" lang="fr-FR" sz="670" strike="noStrike" u="none">
              <a:solidFill>
                <a:srgbClr val="000000"/>
              </a:solidFill>
              <a:uFillTx/>
              <a:latin typeface="Times New Roman"/>
            </a:endParaRPr>
          </a:p>
        </p:txBody>
      </p:sp>
      <p:sp>
        <p:nvSpPr>
          <p:cNvPr id="58" name="PlaceHolder 5"/>
          <p:cNvSpPr>
            <a:spLocks noGrp="1"/>
          </p:cNvSpPr>
          <p:nvPr>
            <p:ph type="dt" idx="30"/>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&lt;date/heure&gt;</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buNone/>
            </a:pPr>
            <a:r>
              <a:rPr b="0" lang="fr-FR" sz="1800" strike="noStrike" u="none">
                <a:solidFill>
                  <a:srgbClr val="000000"/>
                </a:solidFill>
                <a:uFillTx/>
                <a:latin typeface="Arial"/>
              </a:rPr>
              <a:t>Cliquez pour éditer le format du texte-titre</a:t>
            </a:r>
            <a:endParaRPr b="0" lang="fr-FR" sz="1800" strike="noStrike" u="none">
              <a:solidFill>
                <a:srgbClr val="000000"/>
              </a:solidFill>
              <a:uFillTx/>
              <a:latin typeface="Arial"/>
            </a:endParaRPr>
          </a:p>
        </p:txBody>
      </p:sp>
      <p:sp>
        <p:nvSpPr>
          <p:cNvPr id="70" name="PlaceHolder 2"/>
          <p:cNvSpPr>
            <a:spLocks noGrp="1"/>
          </p:cNvSpPr>
          <p:nvPr>
            <p:ph type="body"/>
          </p:nvPr>
        </p:nvSpPr>
        <p:spPr>
          <a:xfrm>
            <a:off x="353520" y="2434320"/>
            <a:ext cx="4434840" cy="58003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uFillTx/>
                <a:latin typeface="Arial"/>
              </a:rPr>
              <a:t>Cliquez pour éditer le format du plan de texte</a:t>
            </a:r>
            <a:endParaRPr b="0" lang="fr-FR" sz="18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uFillTx/>
                <a:latin typeface="Arial"/>
              </a:rPr>
              <a:t>Second niveau de plan</a:t>
            </a:r>
            <a:endParaRPr b="0" lang="fr-FR" sz="1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uFillTx/>
                <a:latin typeface="Arial"/>
              </a:rPr>
              <a:t>Troisième niveau de plan</a:t>
            </a:r>
            <a:endParaRPr b="0" lang="fr-FR" sz="18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uFillTx/>
                <a:latin typeface="Arial"/>
              </a:rPr>
              <a:t>Quatrième niveau de plan</a:t>
            </a:r>
            <a:endParaRPr b="0" lang="fr-FR" sz="18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uFillTx/>
                <a:latin typeface="Arial"/>
              </a:rPr>
              <a:t>Cinquième niveau de plan</a:t>
            </a:r>
            <a:endParaRPr b="0" lang="fr-FR" sz="18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uFillTx/>
                <a:latin typeface="Arial"/>
              </a:rPr>
              <a:t>Sixième niveau de plan</a:t>
            </a:r>
            <a:endParaRPr b="0" lang="fr-FR" sz="18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uFillTx/>
                <a:latin typeface="Arial"/>
              </a:rPr>
              <a:t>Septième niveau de plan</a:t>
            </a:r>
            <a:endParaRPr b="0" lang="fr-FR" sz="1800" strike="noStrike" u="none">
              <a:solidFill>
                <a:srgbClr val="000000"/>
              </a:solidFill>
              <a:uFillTx/>
              <a:latin typeface="Arial"/>
            </a:endParaRPr>
          </a:p>
        </p:txBody>
      </p:sp>
      <p:sp>
        <p:nvSpPr>
          <p:cNvPr id="71" name="PlaceHolder 3"/>
          <p:cNvSpPr>
            <a:spLocks noGrp="1"/>
          </p:cNvSpPr>
          <p:nvPr>
            <p:ph type="ftr" idx="31"/>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&lt;pied de page&gt;</a:t>
            </a:r>
            <a:endParaRPr b="0" lang="fr-FR" sz="1400" strike="noStrike" u="none">
              <a:solidFill>
                <a:srgbClr val="000000"/>
              </a:solidFill>
              <a:uFillTx/>
              <a:latin typeface="Times New Roman"/>
            </a:endParaRPr>
          </a:p>
        </p:txBody>
      </p:sp>
      <p:sp>
        <p:nvSpPr>
          <p:cNvPr id="72" name="PlaceHolder 4"/>
          <p:cNvSpPr>
            <a:spLocks noGrp="1"/>
          </p:cNvSpPr>
          <p:nvPr>
            <p:ph type="sldNum" idx="32"/>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3263B375-9489-4D2B-BEA6-57EBBFEE7DB2}" type="slidenum">
              <a:rPr b="0" lang="fr-FR" sz="670" strike="noStrike" u="none">
                <a:solidFill>
                  <a:schemeClr val="dk1">
                    <a:tint val="82000"/>
                  </a:schemeClr>
                </a:solidFill>
                <a:uFillTx/>
                <a:latin typeface="Aptos"/>
              </a:rPr>
              <a:t>&lt;numéro&gt;</a:t>
            </a:fld>
            <a:endParaRPr b="0" lang="fr-FR" sz="670" strike="noStrike" u="none">
              <a:solidFill>
                <a:srgbClr val="000000"/>
              </a:solidFill>
              <a:uFillTx/>
              <a:latin typeface="Times New Roman"/>
            </a:endParaRPr>
          </a:p>
        </p:txBody>
      </p:sp>
      <p:sp>
        <p:nvSpPr>
          <p:cNvPr id="73" name="PlaceHolder 5"/>
          <p:cNvSpPr>
            <a:spLocks noGrp="1"/>
          </p:cNvSpPr>
          <p:nvPr>
            <p:ph type="dt" idx="33"/>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&lt;date/heure&gt;</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76"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buNone/>
            </a:pPr>
            <a:r>
              <a:rPr b="0" lang="fr-FR" sz="1800" strike="noStrike" u="none">
                <a:solidFill>
                  <a:srgbClr val="000000"/>
                </a:solidFill>
                <a:uFillTx/>
                <a:latin typeface="Arial"/>
              </a:rPr>
              <a:t>Cliquez pour éditer le format du texte-titre</a:t>
            </a:r>
            <a:endParaRPr b="0" lang="fr-FR" sz="1800" strike="noStrike" u="none">
              <a:solidFill>
                <a:srgbClr val="000000"/>
              </a:solidFill>
              <a:uFillTx/>
              <a:latin typeface="Arial"/>
            </a:endParaRPr>
          </a:p>
        </p:txBody>
      </p:sp>
      <p:sp>
        <p:nvSpPr>
          <p:cNvPr id="77" name="PlaceHolder 2"/>
          <p:cNvSpPr>
            <a:spLocks noGrp="1"/>
          </p:cNvSpPr>
          <p:nvPr>
            <p:ph type="ftr" idx="34"/>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78" name="PlaceHolder 3"/>
          <p:cNvSpPr>
            <a:spLocks noGrp="1"/>
          </p:cNvSpPr>
          <p:nvPr>
            <p:ph type="sldNum" idx="35"/>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14BE8637-2074-49B4-BA3D-4EACA032EB1C}"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79" name="PlaceHolder 4"/>
          <p:cNvSpPr>
            <a:spLocks noGrp="1"/>
          </p:cNvSpPr>
          <p:nvPr>
            <p:ph type="dt" idx="36"/>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78"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PlaceHolder 1"/>
          <p:cNvSpPr>
            <a:spLocks noGrp="1"/>
          </p:cNvSpPr>
          <p:nvPr>
            <p:ph type="ftr" idx="37"/>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83" name="PlaceHolder 2"/>
          <p:cNvSpPr>
            <a:spLocks noGrp="1"/>
          </p:cNvSpPr>
          <p:nvPr>
            <p:ph type="sldNum" idx="38"/>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18FB6718-2237-4ADE-8079-358B32F15FAA}"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84" name="PlaceHolder 3"/>
          <p:cNvSpPr>
            <a:spLocks noGrp="1"/>
          </p:cNvSpPr>
          <p:nvPr>
            <p:ph type="dt" idx="39"/>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80"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5" name="PlaceHolder 1"/>
          <p:cNvSpPr>
            <a:spLocks noGrp="1"/>
          </p:cNvSpPr>
          <p:nvPr>
            <p:ph type="ftr" idx="40"/>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86" name="PlaceHolder 2"/>
          <p:cNvSpPr>
            <a:spLocks noGrp="1"/>
          </p:cNvSpPr>
          <p:nvPr>
            <p:ph type="sldNum" idx="41"/>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5104ADFC-EB6B-406A-B82F-A24DF883C827}"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87" name="PlaceHolder 3"/>
          <p:cNvSpPr>
            <a:spLocks noGrp="1"/>
          </p:cNvSpPr>
          <p:nvPr>
            <p:ph type="dt" idx="42"/>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82"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PlaceHolder 1"/>
          <p:cNvSpPr>
            <a:spLocks noGrp="1"/>
          </p:cNvSpPr>
          <p:nvPr>
            <p:ph type="ftr" idx="43"/>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89" name="PlaceHolder 2"/>
          <p:cNvSpPr>
            <a:spLocks noGrp="1"/>
          </p:cNvSpPr>
          <p:nvPr>
            <p:ph type="sldNum" idx="44"/>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D923E277-1253-4E2F-B382-07E7002D9A28}"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90" name="PlaceHolder 3"/>
          <p:cNvSpPr>
            <a:spLocks noGrp="1"/>
          </p:cNvSpPr>
          <p:nvPr>
            <p:ph type="dt" idx="45"/>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84"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1"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buNone/>
            </a:pPr>
            <a:r>
              <a:rPr b="0" lang="fr-FR" sz="1800" strike="noStrike" u="none">
                <a:solidFill>
                  <a:srgbClr val="000000"/>
                </a:solidFill>
                <a:uFillTx/>
                <a:latin typeface="Arial"/>
              </a:rPr>
              <a:t>Cliquez pour éditer le format du texte-titre</a:t>
            </a:r>
            <a:endParaRPr b="0" lang="fr-FR" sz="1800" strike="noStrike" u="none">
              <a:solidFill>
                <a:srgbClr val="000000"/>
              </a:solidFill>
              <a:uFillTx/>
              <a:latin typeface="Arial"/>
            </a:endParaRPr>
          </a:p>
        </p:txBody>
      </p:sp>
      <p:sp>
        <p:nvSpPr>
          <p:cNvPr id="92" name="PlaceHolder 2"/>
          <p:cNvSpPr>
            <a:spLocks noGrp="1"/>
          </p:cNvSpPr>
          <p:nvPr>
            <p:ph type="ftr" idx="46"/>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93" name="PlaceHolder 3"/>
          <p:cNvSpPr>
            <a:spLocks noGrp="1"/>
          </p:cNvSpPr>
          <p:nvPr>
            <p:ph type="sldNum" idx="47"/>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1A9A2B31-D7EB-46C2-BC95-FF1F0FFAE1C9}"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94" name="PlaceHolder 4"/>
          <p:cNvSpPr>
            <a:spLocks noGrp="1"/>
          </p:cNvSpPr>
          <p:nvPr>
            <p:ph type="dt" idx="48"/>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86"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7" name="PlaceHolder 1"/>
          <p:cNvSpPr>
            <a:spLocks noGrp="1"/>
          </p:cNvSpPr>
          <p:nvPr>
            <p:ph type="ftr" idx="49"/>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98" name="PlaceHolder 2"/>
          <p:cNvSpPr>
            <a:spLocks noGrp="1"/>
          </p:cNvSpPr>
          <p:nvPr>
            <p:ph type="sldNum" idx="50"/>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F63A1BE7-25BB-419F-9AF6-60BBD5A3F794}"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99" name="PlaceHolder 3"/>
          <p:cNvSpPr>
            <a:spLocks noGrp="1"/>
          </p:cNvSpPr>
          <p:nvPr>
            <p:ph type="dt" idx="51"/>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88"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0" name="PlaceHolder 1"/>
          <p:cNvSpPr>
            <a:spLocks noGrp="1"/>
          </p:cNvSpPr>
          <p:nvPr>
            <p:ph type="ftr" idx="52"/>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101" name="PlaceHolder 2"/>
          <p:cNvSpPr>
            <a:spLocks noGrp="1"/>
          </p:cNvSpPr>
          <p:nvPr>
            <p:ph type="sldNum" idx="53"/>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A8825078-74F5-43A9-B4AA-CA4000F3C998}"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102" name="PlaceHolder 3"/>
          <p:cNvSpPr>
            <a:spLocks noGrp="1"/>
          </p:cNvSpPr>
          <p:nvPr>
            <p:ph type="dt" idx="54"/>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90"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3"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buNone/>
            </a:pPr>
            <a:r>
              <a:rPr b="0" lang="fr-FR" sz="1800" strike="noStrike" u="none">
                <a:solidFill>
                  <a:srgbClr val="000000"/>
                </a:solidFill>
                <a:uFillTx/>
                <a:latin typeface="Arial"/>
              </a:rPr>
              <a:t>Cliquez pour éditer le format du texte-titre</a:t>
            </a:r>
            <a:endParaRPr b="0" lang="fr-FR" sz="1800" strike="noStrike" u="none">
              <a:solidFill>
                <a:srgbClr val="000000"/>
              </a:solidFill>
              <a:uFillTx/>
              <a:latin typeface="Arial"/>
            </a:endParaRPr>
          </a:p>
        </p:txBody>
      </p:sp>
      <p:sp>
        <p:nvSpPr>
          <p:cNvPr id="104" name="PlaceHolder 2"/>
          <p:cNvSpPr>
            <a:spLocks noGrp="1"/>
          </p:cNvSpPr>
          <p:nvPr>
            <p:ph type="ftr" idx="55"/>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105" name="PlaceHolder 3"/>
          <p:cNvSpPr>
            <a:spLocks noGrp="1"/>
          </p:cNvSpPr>
          <p:nvPr>
            <p:ph type="sldNum" idx="56"/>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A83C7734-101B-4E8B-9C23-64B444E890B7}"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106" name="PlaceHolder 4"/>
          <p:cNvSpPr>
            <a:spLocks noGrp="1"/>
          </p:cNvSpPr>
          <p:nvPr>
            <p:ph type="dt" idx="57"/>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92"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9" name="PlaceHolder 1"/>
          <p:cNvSpPr>
            <a:spLocks noGrp="1"/>
          </p:cNvSpPr>
          <p:nvPr>
            <p:ph type="ftr" idx="58"/>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110" name="PlaceHolder 2"/>
          <p:cNvSpPr>
            <a:spLocks noGrp="1"/>
          </p:cNvSpPr>
          <p:nvPr>
            <p:ph type="sldNum" idx="59"/>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4C5296EB-10C4-43D2-9448-AAA26435C5CC}"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111" name="PlaceHolder 3"/>
          <p:cNvSpPr>
            <a:spLocks noGrp="1"/>
          </p:cNvSpPr>
          <p:nvPr>
            <p:ph type="dt" idx="60"/>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94"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2" name="PlaceHolder 1"/>
          <p:cNvSpPr>
            <a:spLocks noGrp="1"/>
          </p:cNvSpPr>
          <p:nvPr>
            <p:ph type="ftr" idx="61"/>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113" name="PlaceHolder 2"/>
          <p:cNvSpPr>
            <a:spLocks noGrp="1"/>
          </p:cNvSpPr>
          <p:nvPr>
            <p:ph type="sldNum" idx="62"/>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4D55EE35-B2F0-4C15-A90F-C028C601F2AE}"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114" name="PlaceHolder 3"/>
          <p:cNvSpPr>
            <a:spLocks noGrp="1"/>
          </p:cNvSpPr>
          <p:nvPr>
            <p:ph type="dt" idx="63"/>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96"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5"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buNone/>
            </a:pPr>
            <a:r>
              <a:rPr b="0" lang="fr-FR" sz="1800" strike="noStrike" u="none">
                <a:solidFill>
                  <a:srgbClr val="000000"/>
                </a:solidFill>
                <a:uFillTx/>
                <a:latin typeface="Arial"/>
              </a:rPr>
              <a:t>Cliquez pour éditer le format du texte-titre</a:t>
            </a:r>
            <a:endParaRPr b="0" lang="fr-FR" sz="1800" strike="noStrike" u="none">
              <a:solidFill>
                <a:srgbClr val="000000"/>
              </a:solidFill>
              <a:uFillTx/>
              <a:latin typeface="Arial"/>
            </a:endParaRPr>
          </a:p>
        </p:txBody>
      </p:sp>
      <p:sp>
        <p:nvSpPr>
          <p:cNvPr id="116" name="PlaceHolder 2"/>
          <p:cNvSpPr>
            <a:spLocks noGrp="1"/>
          </p:cNvSpPr>
          <p:nvPr>
            <p:ph type="body"/>
          </p:nvPr>
        </p:nvSpPr>
        <p:spPr>
          <a:xfrm>
            <a:off x="353520" y="2434320"/>
            <a:ext cx="4434840" cy="58003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uFillTx/>
                <a:latin typeface="Arial"/>
              </a:rPr>
              <a:t>Cliquez pour éditer le format du plan de texte</a:t>
            </a:r>
            <a:endParaRPr b="0" lang="fr-FR" sz="18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uFillTx/>
                <a:latin typeface="Arial"/>
              </a:rPr>
              <a:t>Second niveau de plan</a:t>
            </a:r>
            <a:endParaRPr b="0" lang="fr-FR" sz="1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uFillTx/>
                <a:latin typeface="Arial"/>
              </a:rPr>
              <a:t>Troisième niveau de plan</a:t>
            </a:r>
            <a:endParaRPr b="0" lang="fr-FR" sz="18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uFillTx/>
                <a:latin typeface="Arial"/>
              </a:rPr>
              <a:t>Quatrième niveau de plan</a:t>
            </a:r>
            <a:endParaRPr b="0" lang="fr-FR" sz="18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uFillTx/>
                <a:latin typeface="Arial"/>
              </a:rPr>
              <a:t>Cinquième niveau de plan</a:t>
            </a:r>
            <a:endParaRPr b="0" lang="fr-FR" sz="18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uFillTx/>
                <a:latin typeface="Arial"/>
              </a:rPr>
              <a:t>Sixième niveau de plan</a:t>
            </a:r>
            <a:endParaRPr b="0" lang="fr-FR" sz="18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uFillTx/>
                <a:latin typeface="Arial"/>
              </a:rPr>
              <a:t>Septième niveau de plan</a:t>
            </a:r>
            <a:endParaRPr b="0" lang="fr-FR" sz="1800" strike="noStrike" u="none">
              <a:solidFill>
                <a:srgbClr val="000000"/>
              </a:solidFill>
              <a:uFillTx/>
              <a:latin typeface="Arial"/>
            </a:endParaRPr>
          </a:p>
        </p:txBody>
      </p:sp>
      <p:sp>
        <p:nvSpPr>
          <p:cNvPr id="117" name="PlaceHolder 3"/>
          <p:cNvSpPr>
            <a:spLocks noGrp="1"/>
          </p:cNvSpPr>
          <p:nvPr>
            <p:ph type="ftr" idx="64"/>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&lt;pied de page&gt;</a:t>
            </a:r>
            <a:endParaRPr b="0" lang="fr-FR" sz="1400" strike="noStrike" u="none">
              <a:solidFill>
                <a:srgbClr val="000000"/>
              </a:solidFill>
              <a:uFillTx/>
              <a:latin typeface="Times New Roman"/>
            </a:endParaRPr>
          </a:p>
        </p:txBody>
      </p:sp>
      <p:sp>
        <p:nvSpPr>
          <p:cNvPr id="118" name="PlaceHolder 4"/>
          <p:cNvSpPr>
            <a:spLocks noGrp="1"/>
          </p:cNvSpPr>
          <p:nvPr>
            <p:ph type="sldNum" idx="65"/>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4CCB2405-88C4-493C-B55F-17779856659E}" type="slidenum">
              <a:rPr b="0" lang="fr-FR" sz="670" strike="noStrike" u="none">
                <a:solidFill>
                  <a:schemeClr val="dk1">
                    <a:tint val="82000"/>
                  </a:schemeClr>
                </a:solidFill>
                <a:uFillTx/>
                <a:latin typeface="Aptos"/>
              </a:rPr>
              <a:t>&lt;numéro&gt;</a:t>
            </a:fld>
            <a:endParaRPr b="0" lang="fr-FR" sz="670" strike="noStrike" u="none">
              <a:solidFill>
                <a:srgbClr val="000000"/>
              </a:solidFill>
              <a:uFillTx/>
              <a:latin typeface="Times New Roman"/>
            </a:endParaRPr>
          </a:p>
        </p:txBody>
      </p:sp>
      <p:sp>
        <p:nvSpPr>
          <p:cNvPr id="119" name="PlaceHolder 5"/>
          <p:cNvSpPr>
            <a:spLocks noGrp="1"/>
          </p:cNvSpPr>
          <p:nvPr>
            <p:ph type="dt" idx="66"/>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&lt;date/heure&gt;</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98"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2" name="PlaceHolder 1"/>
          <p:cNvSpPr>
            <a:spLocks noGrp="1"/>
          </p:cNvSpPr>
          <p:nvPr>
            <p:ph type="ftr" idx="67"/>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123" name="PlaceHolder 2"/>
          <p:cNvSpPr>
            <a:spLocks noGrp="1"/>
          </p:cNvSpPr>
          <p:nvPr>
            <p:ph type="sldNum" idx="68"/>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C658597B-9501-4149-999E-9679BF580BD4}"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124" name="PlaceHolder 3"/>
          <p:cNvSpPr>
            <a:spLocks noGrp="1"/>
          </p:cNvSpPr>
          <p:nvPr>
            <p:ph type="dt" idx="69"/>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700"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5" name="PlaceHolder 1"/>
          <p:cNvSpPr>
            <a:spLocks noGrp="1"/>
          </p:cNvSpPr>
          <p:nvPr>
            <p:ph type="ftr" idx="70"/>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126" name="PlaceHolder 2"/>
          <p:cNvSpPr>
            <a:spLocks noGrp="1"/>
          </p:cNvSpPr>
          <p:nvPr>
            <p:ph type="sldNum" idx="71"/>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44465ACF-6E41-4D3A-838B-2D888ED03436}"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127" name="PlaceHolder 3"/>
          <p:cNvSpPr>
            <a:spLocks noGrp="1"/>
          </p:cNvSpPr>
          <p:nvPr>
            <p:ph type="dt" idx="72"/>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702"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buNone/>
            </a:pPr>
            <a:r>
              <a:rPr b="0" lang="fr-FR" sz="1800" strike="noStrike" u="none">
                <a:solidFill>
                  <a:srgbClr val="000000"/>
                </a:solidFill>
                <a:uFillTx/>
                <a:latin typeface="Arial"/>
              </a:rPr>
              <a:t>Cliquez pour éditer le format du texte-titre</a:t>
            </a:r>
            <a:endParaRPr b="0" lang="fr-FR" sz="1800" strike="noStrike" u="none">
              <a:solidFill>
                <a:srgbClr val="000000"/>
              </a:solidFill>
              <a:uFillTx/>
              <a:latin typeface="Arial"/>
            </a:endParaRPr>
          </a:p>
        </p:txBody>
      </p:sp>
      <p:sp>
        <p:nvSpPr>
          <p:cNvPr id="129" name="PlaceHolder 2"/>
          <p:cNvSpPr>
            <a:spLocks noGrp="1"/>
          </p:cNvSpPr>
          <p:nvPr>
            <p:ph type="body"/>
          </p:nvPr>
        </p:nvSpPr>
        <p:spPr>
          <a:xfrm>
            <a:off x="353520" y="2434320"/>
            <a:ext cx="2163960" cy="5800320"/>
          </a:xfrm>
          <a:prstGeom prst="rect">
            <a:avLst/>
          </a:prstGeom>
          <a:noFill/>
          <a:ln w="0">
            <a:noFill/>
          </a:ln>
        </p:spPr>
        <p:txBody>
          <a:bodyPr lIns="0" rIns="0" tIns="0" bIns="0" anchor="t">
            <a:normAutofit fontScale="25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uFillTx/>
                <a:latin typeface="Arial"/>
              </a:rPr>
              <a:t>Cliquez pour éditer le format du plan de texte</a:t>
            </a:r>
            <a:endParaRPr b="0" lang="fr-FR" sz="18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uFillTx/>
                <a:latin typeface="Arial"/>
              </a:rPr>
              <a:t>Second niveau de plan</a:t>
            </a:r>
            <a:endParaRPr b="0" lang="fr-FR" sz="1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uFillTx/>
                <a:latin typeface="Arial"/>
              </a:rPr>
              <a:t>Troisième niveau de plan</a:t>
            </a:r>
            <a:endParaRPr b="0" lang="fr-FR" sz="18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uFillTx/>
                <a:latin typeface="Arial"/>
              </a:rPr>
              <a:t>Quatrième niveau de plan</a:t>
            </a:r>
            <a:endParaRPr b="0" lang="fr-FR" sz="18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uFillTx/>
                <a:latin typeface="Arial"/>
              </a:rPr>
              <a:t>Cinquième niveau de plan</a:t>
            </a:r>
            <a:endParaRPr b="0" lang="fr-FR" sz="18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uFillTx/>
                <a:latin typeface="Arial"/>
              </a:rPr>
              <a:t>Sixième niveau de plan</a:t>
            </a:r>
            <a:endParaRPr b="0" lang="fr-FR" sz="18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uFillTx/>
                <a:latin typeface="Arial"/>
              </a:rPr>
              <a:t>Septième niveau de plan</a:t>
            </a:r>
            <a:endParaRPr b="0" lang="fr-FR" sz="1800" strike="noStrike" u="none">
              <a:solidFill>
                <a:srgbClr val="000000"/>
              </a:solidFill>
              <a:uFillTx/>
              <a:latin typeface="Arial"/>
            </a:endParaRPr>
          </a:p>
        </p:txBody>
      </p:sp>
      <p:sp>
        <p:nvSpPr>
          <p:cNvPr id="130" name="PlaceHolder 3"/>
          <p:cNvSpPr>
            <a:spLocks noGrp="1"/>
          </p:cNvSpPr>
          <p:nvPr>
            <p:ph type="body"/>
          </p:nvPr>
        </p:nvSpPr>
        <p:spPr>
          <a:xfrm>
            <a:off x="2626560" y="2434320"/>
            <a:ext cx="2163960" cy="5800320"/>
          </a:xfrm>
          <a:prstGeom prst="rect">
            <a:avLst/>
          </a:prstGeom>
          <a:noFill/>
          <a:ln w="0">
            <a:noFill/>
          </a:ln>
        </p:spPr>
        <p:txBody>
          <a:bodyPr lIns="0" rIns="0" tIns="0" bIns="0" anchor="t">
            <a:normAutofit fontScale="25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uFillTx/>
                <a:latin typeface="Arial"/>
              </a:rPr>
              <a:t>Cliquez pour éditer le format du plan de texte</a:t>
            </a:r>
            <a:endParaRPr b="0" lang="fr-FR" sz="18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uFillTx/>
                <a:latin typeface="Arial"/>
              </a:rPr>
              <a:t>Second niveau de plan</a:t>
            </a:r>
            <a:endParaRPr b="0" lang="fr-FR" sz="1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uFillTx/>
                <a:latin typeface="Arial"/>
              </a:rPr>
              <a:t>Troisième niveau de plan</a:t>
            </a:r>
            <a:endParaRPr b="0" lang="fr-FR" sz="18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uFillTx/>
                <a:latin typeface="Arial"/>
              </a:rPr>
              <a:t>Quatrième niveau de plan</a:t>
            </a:r>
            <a:endParaRPr b="0" lang="fr-FR" sz="18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uFillTx/>
                <a:latin typeface="Arial"/>
              </a:rPr>
              <a:t>Cinquième niveau de plan</a:t>
            </a:r>
            <a:endParaRPr b="0" lang="fr-FR" sz="18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uFillTx/>
                <a:latin typeface="Arial"/>
              </a:rPr>
              <a:t>Sixième niveau de plan</a:t>
            </a:r>
            <a:endParaRPr b="0" lang="fr-FR" sz="18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uFillTx/>
                <a:latin typeface="Arial"/>
              </a:rPr>
              <a:t>Septième niveau de plan</a:t>
            </a:r>
            <a:endParaRPr b="0" lang="fr-FR" sz="1800" strike="noStrike" u="none">
              <a:solidFill>
                <a:srgbClr val="000000"/>
              </a:solidFill>
              <a:uFillTx/>
              <a:latin typeface="Arial"/>
            </a:endParaRPr>
          </a:p>
        </p:txBody>
      </p:sp>
      <p:sp>
        <p:nvSpPr>
          <p:cNvPr id="131" name="PlaceHolder 4"/>
          <p:cNvSpPr>
            <a:spLocks noGrp="1"/>
          </p:cNvSpPr>
          <p:nvPr>
            <p:ph type="ftr" idx="73"/>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&lt;pied de page&gt;</a:t>
            </a:r>
            <a:endParaRPr b="0" lang="fr-FR" sz="1400" strike="noStrike" u="none">
              <a:solidFill>
                <a:srgbClr val="000000"/>
              </a:solidFill>
              <a:uFillTx/>
              <a:latin typeface="Times New Roman"/>
            </a:endParaRPr>
          </a:p>
        </p:txBody>
      </p:sp>
      <p:sp>
        <p:nvSpPr>
          <p:cNvPr id="132" name="PlaceHolder 5"/>
          <p:cNvSpPr>
            <a:spLocks noGrp="1"/>
          </p:cNvSpPr>
          <p:nvPr>
            <p:ph type="sldNum" idx="74"/>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DDF8555E-C884-4AEE-B7E2-038A589C8602}" type="slidenum">
              <a:rPr b="0" lang="fr-FR" sz="670" strike="noStrike" u="none">
                <a:solidFill>
                  <a:schemeClr val="dk1">
                    <a:tint val="82000"/>
                  </a:schemeClr>
                </a:solidFill>
                <a:uFillTx/>
                <a:latin typeface="Aptos"/>
              </a:rPr>
              <a:t>&lt;numéro&gt;</a:t>
            </a:fld>
            <a:endParaRPr b="0" lang="fr-FR" sz="670" strike="noStrike" u="none">
              <a:solidFill>
                <a:srgbClr val="000000"/>
              </a:solidFill>
              <a:uFillTx/>
              <a:latin typeface="Times New Roman"/>
            </a:endParaRPr>
          </a:p>
        </p:txBody>
      </p:sp>
      <p:sp>
        <p:nvSpPr>
          <p:cNvPr id="133" name="PlaceHolder 6"/>
          <p:cNvSpPr>
            <a:spLocks noGrp="1"/>
          </p:cNvSpPr>
          <p:nvPr>
            <p:ph type="dt" idx="75"/>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&lt;date/heure&gt;</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704"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7" name="PlaceHolder 1"/>
          <p:cNvSpPr>
            <a:spLocks noGrp="1"/>
          </p:cNvSpPr>
          <p:nvPr>
            <p:ph type="ftr" idx="76"/>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138" name="PlaceHolder 2"/>
          <p:cNvSpPr>
            <a:spLocks noGrp="1"/>
          </p:cNvSpPr>
          <p:nvPr>
            <p:ph type="sldNum" idx="77"/>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CB71DA3B-A0ED-4520-9A6D-9A5415D599E0}"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139" name="PlaceHolder 3"/>
          <p:cNvSpPr>
            <a:spLocks noGrp="1"/>
          </p:cNvSpPr>
          <p:nvPr>
            <p:ph type="dt" idx="78"/>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706"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0" name="PlaceHolder 1"/>
          <p:cNvSpPr>
            <a:spLocks noGrp="1"/>
          </p:cNvSpPr>
          <p:nvPr>
            <p:ph type="title"/>
          </p:nvPr>
        </p:nvSpPr>
        <p:spPr>
          <a:xfrm>
            <a:off x="353520" y="486720"/>
            <a:ext cx="4434840" cy="1765800"/>
          </a:xfrm>
          <a:prstGeom prst="rect">
            <a:avLst/>
          </a:prstGeom>
          <a:noFill/>
          <a:ln w="0">
            <a:noFill/>
          </a:ln>
        </p:spPr>
        <p:txBody>
          <a:bodyPr lIns="0" rIns="0" tIns="0" bIns="0" anchor="ctr">
            <a:noAutofit/>
          </a:bodyPr>
          <a:p>
            <a:pPr indent="0">
              <a:buNone/>
            </a:pPr>
            <a:r>
              <a:rPr b="0" lang="fr-FR" sz="1800" strike="noStrike" u="none">
                <a:solidFill>
                  <a:srgbClr val="000000"/>
                </a:solidFill>
                <a:uFillTx/>
                <a:latin typeface="Arial"/>
              </a:rPr>
              <a:t>Cliquez pour éditer le format du texte-titre</a:t>
            </a:r>
            <a:endParaRPr b="0" lang="fr-FR" sz="1800" strike="noStrike" u="none">
              <a:solidFill>
                <a:srgbClr val="000000"/>
              </a:solidFill>
              <a:uFillTx/>
              <a:latin typeface="Arial"/>
            </a:endParaRPr>
          </a:p>
        </p:txBody>
      </p:sp>
      <p:sp>
        <p:nvSpPr>
          <p:cNvPr id="141" name="PlaceHolder 2"/>
          <p:cNvSpPr>
            <a:spLocks noGrp="1"/>
          </p:cNvSpPr>
          <p:nvPr>
            <p:ph type="ftr" idx="79"/>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142" name="PlaceHolder 3"/>
          <p:cNvSpPr>
            <a:spLocks noGrp="1"/>
          </p:cNvSpPr>
          <p:nvPr>
            <p:ph type="sldNum" idx="80"/>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A79F800C-ABF9-499B-BFC4-7EB4266DAE18}"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143" name="PlaceHolder 4"/>
          <p:cNvSpPr>
            <a:spLocks noGrp="1"/>
          </p:cNvSpPr>
          <p:nvPr>
            <p:ph type="dt" idx="81"/>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708"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5" name="PlaceHolder 1"/>
          <p:cNvSpPr>
            <a:spLocks noGrp="1"/>
          </p:cNvSpPr>
          <p:nvPr>
            <p:ph type="ftr" idx="82"/>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146" name="PlaceHolder 2"/>
          <p:cNvSpPr>
            <a:spLocks noGrp="1"/>
          </p:cNvSpPr>
          <p:nvPr>
            <p:ph type="sldNum" idx="83"/>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A210511C-B676-47EA-BBEF-C57D27FF1CDF}"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147" name="PlaceHolder 3"/>
          <p:cNvSpPr>
            <a:spLocks noGrp="1"/>
          </p:cNvSpPr>
          <p:nvPr>
            <p:ph type="dt" idx="84"/>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710"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8" name="PlaceHolder 1"/>
          <p:cNvSpPr>
            <a:spLocks noGrp="1"/>
          </p:cNvSpPr>
          <p:nvPr>
            <p:ph type="ftr" idx="85"/>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149" name="PlaceHolder 2"/>
          <p:cNvSpPr>
            <a:spLocks noGrp="1"/>
          </p:cNvSpPr>
          <p:nvPr>
            <p:ph type="sldNum" idx="86"/>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5723BCB1-15FB-40F0-90E7-137D4E94E59D}"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150" name="PlaceHolder 3"/>
          <p:cNvSpPr>
            <a:spLocks noGrp="1"/>
          </p:cNvSpPr>
          <p:nvPr>
            <p:ph type="dt" idx="87"/>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712" r:id="rId2"/>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1" name="PlaceHolder 1"/>
          <p:cNvSpPr>
            <a:spLocks noGrp="1"/>
          </p:cNvSpPr>
          <p:nvPr>
            <p:ph type="ftr" idx="88"/>
          </p:nvPr>
        </p:nvSpPr>
        <p:spPr>
          <a:xfrm>
            <a:off x="1703880" y="8475120"/>
            <a:ext cx="1734480" cy="485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uFillTx/>
                <a:latin typeface="Times New Roman"/>
              </a:defRPr>
            </a:lvl1pPr>
          </a:lstStyle>
          <a:p>
            <a:pPr indent="0" algn="ctr">
              <a:lnSpc>
                <a:spcPct val="100000"/>
              </a:lnSpc>
              <a:buNone/>
              <a:tabLst>
                <a:tab algn="l" pos="0"/>
              </a:tabLst>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
        <p:nvSpPr>
          <p:cNvPr id="152" name="PlaceHolder 2"/>
          <p:cNvSpPr>
            <a:spLocks noGrp="1"/>
          </p:cNvSpPr>
          <p:nvPr>
            <p:ph type="sldNum" idx="89"/>
          </p:nvPr>
        </p:nvSpPr>
        <p:spPr>
          <a:xfrm>
            <a:off x="3632760" y="8475120"/>
            <a:ext cx="1155960" cy="4852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fr-FR" sz="670" strike="noStrike" u="none">
                <a:solidFill>
                  <a:schemeClr val="dk1">
                    <a:tint val="82000"/>
                  </a:schemeClr>
                </a:solidFill>
                <a:uFillTx/>
                <a:latin typeface="Aptos"/>
              </a:defRPr>
            </a:lvl1pPr>
          </a:lstStyle>
          <a:p>
            <a:pPr indent="0" algn="r" defTabSz="457200">
              <a:lnSpc>
                <a:spcPct val="100000"/>
              </a:lnSpc>
              <a:buNone/>
              <a:tabLst>
                <a:tab algn="l" pos="0"/>
              </a:tabLst>
            </a:pPr>
            <a:fld id="{1E1C067B-F6D3-40A7-8839-7E5359CF423B}" type="slidenum">
              <a:rPr b="0" lang="fr-FR" sz="670" strike="noStrike" u="none">
                <a:solidFill>
                  <a:schemeClr val="dk1">
                    <a:tint val="82000"/>
                  </a:schemeClr>
                </a:solidFill>
                <a:uFillTx/>
                <a:latin typeface="Aptos"/>
              </a:rPr>
              <a:t>1</a:t>
            </a:fld>
            <a:endParaRPr b="0" lang="fr-FR" sz="670" strike="noStrike" u="none">
              <a:solidFill>
                <a:srgbClr val="000000"/>
              </a:solidFill>
              <a:uFillTx/>
              <a:latin typeface="Times New Roman"/>
            </a:endParaRPr>
          </a:p>
        </p:txBody>
      </p:sp>
      <p:sp>
        <p:nvSpPr>
          <p:cNvPr id="153" name="PlaceHolder 3"/>
          <p:cNvSpPr>
            <a:spLocks noGrp="1"/>
          </p:cNvSpPr>
          <p:nvPr>
            <p:ph type="dt" idx="90"/>
          </p:nvPr>
        </p:nvSpPr>
        <p:spPr>
          <a:xfrm>
            <a:off x="353520" y="8475120"/>
            <a:ext cx="1155960" cy="485280"/>
          </a:xfrm>
          <a:prstGeom prst="rect">
            <a:avLst/>
          </a:prstGeom>
          <a:noFill/>
          <a:ln w="0">
            <a:noFill/>
          </a:ln>
        </p:spPr>
        <p:txBody>
          <a:bodyPr lIns="91440" rIns="91440" tIns="45720" bIns="45720" anchor="ctr">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 </a:t>
            </a:r>
            <a:endParaRPr b="0" lang="fr-FR"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714"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2.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2.xml"/>
</Relationships>
</file>

<file path=ppt/slides/_rels/slide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2.xml"/>
</Relationships>
</file>

<file path=ppt/slides/_rels/slide5.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2.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2.xml"/>
</Relationships>
</file>

<file path=ppt/slides/_rels/slide7.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2.xml"/>
</Relationships>
</file>

<file path=ppt/slides/_rels/slide9.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2.xml"/>
</Relationships>
</file>

<file path=ppt/slides/_rels/slide10.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2.xml"/>
</Relationships>
</file>

<file path=ppt/slides/_rels/slide1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2.xml"/>
</Relationships>
</file>

<file path=ppt/slides/_rels/slide1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2.xml"/>
</Relationships>
</file>

<file path=ppt/slides/_rels/slide1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2.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2.xml"/>
</Relationships>
</file>

<file path=ppt/slides/_rels/slide15.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2.xml"/>
</Relationships>
</file>

<file path=ppt/slides/_rels/slide1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2.xml"/>
</Relationships>
</file>

<file path=ppt/slides/_rels/slide17.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2.xml"/>
</Relationships>
</file>

<file path=ppt/slides/_rels/slide1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2.xml"/>
</Relationships>
</file>

<file path=ppt/slides/_rels/slide19.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2.xml"/>
</Relationships>
</file>

<file path=ppt/slides/_rels/slide20.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4" name="" descr=""/>
          <p:cNvPicPr/>
          <p:nvPr/>
        </p:nvPicPr>
        <p:blipFill>
          <a:blip r:embed="rId1"/>
          <a:stretch/>
        </p:blipFill>
        <p:spPr>
          <a:xfrm>
            <a:off x="0" y="0"/>
            <a:ext cx="5142600" cy="9142920"/>
          </a:xfrm>
          <a:prstGeom prst="rect">
            <a:avLst/>
          </a:prstGeom>
          <a:noFill/>
          <a:ln w="0">
            <a:noFill/>
          </a:ln>
        </p:spPr>
      </p:pic>
      <p:sp>
        <p:nvSpPr>
          <p:cNvPr id="155" name=""/>
          <p:cNvSpPr/>
          <p:nvPr/>
        </p:nvSpPr>
        <p:spPr>
          <a:xfrm>
            <a:off x="0" y="0"/>
            <a:ext cx="898920" cy="1451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fr-FR" sz="9600" strike="noStrike" u="none">
                <a:solidFill>
                  <a:srgbClr val="ffd428"/>
                </a:solidFill>
                <a:uFillTx/>
                <a:latin typeface="Arial"/>
              </a:rPr>
              <a:t>1</a:t>
            </a:r>
            <a:endParaRPr b="0" lang="fr-FR" sz="96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
          <p:cNvSpPr/>
          <p:nvPr/>
        </p:nvSpPr>
        <p:spPr>
          <a:xfrm>
            <a:off x="0" y="0"/>
            <a:ext cx="5142600" cy="9142920"/>
          </a:xfrm>
          <a:prstGeom prst="rect">
            <a:avLst/>
          </a:prstGeom>
          <a:solidFill>
            <a:srgbClr val="fff5ce"/>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fr-FR" sz="1800" strike="noStrike" u="none">
              <a:solidFill>
                <a:srgbClr val="000000"/>
              </a:solidFill>
              <a:uFillTx/>
              <a:latin typeface="Arial"/>
            </a:endParaRPr>
          </a:p>
        </p:txBody>
      </p:sp>
      <p:pic>
        <p:nvPicPr>
          <p:cNvPr id="157" name="" descr=""/>
          <p:cNvPicPr/>
          <p:nvPr/>
        </p:nvPicPr>
        <p:blipFill>
          <a:blip r:embed="rId1"/>
          <a:stretch/>
        </p:blipFill>
        <p:spPr>
          <a:xfrm>
            <a:off x="0" y="0"/>
            <a:ext cx="5142600" cy="9142920"/>
          </a:xfrm>
          <a:prstGeom prst="rect">
            <a:avLst/>
          </a:prstGeom>
          <a:noFill/>
          <a:ln w="0">
            <a:noFill/>
          </a:ln>
        </p:spPr>
      </p:pic>
      <p:sp>
        <p:nvSpPr>
          <p:cNvPr id="158" name="Bulle narrative : rectangle à coins arrondis 6"/>
          <p:cNvSpPr/>
          <p:nvPr/>
        </p:nvSpPr>
        <p:spPr>
          <a:xfrm>
            <a:off x="249120" y="613800"/>
            <a:ext cx="4644000" cy="664920"/>
          </a:xfrm>
          <a:prstGeom prst="wedgeRoundRectCallout">
            <a:avLst>
              <a:gd name="adj1" fmla="val 21272"/>
              <a:gd name="adj2" fmla="val -49945"/>
              <a:gd name="adj3" fmla="val 16667"/>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fr-FR" sz="2000" strike="noStrike" u="none">
                <a:solidFill>
                  <a:schemeClr val="lt1"/>
                </a:solidFill>
                <a:uFillTx/>
                <a:latin typeface="Times New Roman"/>
              </a:rPr>
              <a:t>Planète FROMACRON-6</a:t>
            </a:r>
            <a:endParaRPr b="0" lang="fr-FR" sz="2000" strike="noStrike" u="none">
              <a:solidFill>
                <a:srgbClr val="ffffff"/>
              </a:solidFill>
              <a:uFillTx/>
              <a:latin typeface="Arial"/>
            </a:endParaRPr>
          </a:p>
        </p:txBody>
      </p:sp>
      <p:sp>
        <p:nvSpPr>
          <p:cNvPr id="159" name="Bulle narrative : rectangle à coins arrondis 8"/>
          <p:cNvSpPr/>
          <p:nvPr/>
        </p:nvSpPr>
        <p:spPr>
          <a:xfrm>
            <a:off x="124560" y="6300000"/>
            <a:ext cx="4893120" cy="2581560"/>
          </a:xfrm>
          <a:prstGeom prst="wedgeRoundRectCallout">
            <a:avLst>
              <a:gd name="adj1" fmla="val 19961"/>
              <a:gd name="adj2" fmla="val -49783"/>
              <a:gd name="adj3" fmla="val 16667"/>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r>
              <a:rPr b="0" lang="fr-FR" sz="1400" strike="noStrike" u="none">
                <a:solidFill>
                  <a:srgbClr val="ffffff"/>
                </a:solidFill>
                <a:uFillTx/>
                <a:latin typeface="Times New Roman"/>
              </a:rPr>
              <a:t>Les Lactosiens sont en crise ! </a:t>
            </a:r>
            <a:endParaRPr b="0" lang="fr-FR" sz="1400" strike="noStrike" u="none">
              <a:solidFill>
                <a:srgbClr val="ffffff"/>
              </a:solidFill>
              <a:uFillTx/>
              <a:latin typeface="Arial"/>
            </a:endParaRPr>
          </a:p>
          <a:p>
            <a:pPr>
              <a:lnSpc>
                <a:spcPct val="100000"/>
              </a:lnSpc>
            </a:pPr>
            <a:r>
              <a:rPr b="0" lang="fr-FR" sz="1400" strike="noStrike" u="none">
                <a:solidFill>
                  <a:srgbClr val="ffffff"/>
                </a:solidFill>
                <a:uFillTx/>
                <a:latin typeface="Times New Roman"/>
              </a:rPr>
              <a:t>Leur fromage traditionnel, le Galactifromage, a perdu son goût légendaire depuis l’arrivée de l’Empire Babybel, qui a imposé de nouvelles lois sur la production. </a:t>
            </a:r>
            <a:endParaRPr b="0" lang="fr-FR" sz="1400" strike="noStrike" u="none">
              <a:solidFill>
                <a:srgbClr val="ffffff"/>
              </a:solidFill>
              <a:uFillTx/>
              <a:latin typeface="Arial"/>
            </a:endParaRPr>
          </a:p>
          <a:p>
            <a:pPr>
              <a:lnSpc>
                <a:spcPct val="100000"/>
              </a:lnSpc>
            </a:pPr>
            <a:r>
              <a:rPr b="0" lang="fr-FR" sz="1400" strike="noStrike" u="none">
                <a:solidFill>
                  <a:srgbClr val="ffffff"/>
                </a:solidFill>
                <a:uFillTx/>
                <a:latin typeface="Times New Roman"/>
                <a:ea typeface="Times New Roman"/>
              </a:rPr>
              <a:t>Votre mission consiste à enquêter et résoudre des énigmes pour restaurer la qualité du Galactifromage !</a:t>
            </a:r>
            <a:endParaRPr b="0" lang="fr-FR" sz="1400" strike="noStrike" u="none">
              <a:solidFill>
                <a:srgbClr val="ffffff"/>
              </a:solidFill>
              <a:uFillTx/>
              <a:latin typeface="Arial"/>
            </a:endParaRPr>
          </a:p>
          <a:p>
            <a:pPr algn="ctr">
              <a:lnSpc>
                <a:spcPct val="100000"/>
              </a:lnSpc>
            </a:pPr>
            <a:endParaRPr b="0" lang="fr-FR" sz="1400" strike="noStrike" u="none">
              <a:solidFill>
                <a:srgbClr val="ffffff"/>
              </a:solidFill>
              <a:uFillTx/>
              <a:latin typeface="Arial"/>
            </a:endParaRPr>
          </a:p>
          <a:p>
            <a:pPr algn="ctr">
              <a:lnSpc>
                <a:spcPct val="100000"/>
              </a:lnSpc>
            </a:pPr>
            <a:r>
              <a:rPr b="0" lang="fr-FR" sz="1400" strike="noStrike" u="none">
                <a:solidFill>
                  <a:srgbClr val="ffffff"/>
                </a:solidFill>
                <a:uFillTx/>
                <a:latin typeface="Times New Roman"/>
                <a:ea typeface="Times New Roman"/>
              </a:rPr>
              <a:t>Prenez la carte N°2</a:t>
            </a:r>
            <a:endParaRPr b="0" lang="fr-FR" sz="14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0" name="" descr=""/>
          <p:cNvPicPr/>
          <p:nvPr/>
        </p:nvPicPr>
        <p:blipFill>
          <a:blip r:embed="rId1"/>
          <a:stretch/>
        </p:blipFill>
        <p:spPr>
          <a:xfrm>
            <a:off x="0" y="0"/>
            <a:ext cx="5142600" cy="9142920"/>
          </a:xfrm>
          <a:prstGeom prst="rect">
            <a:avLst/>
          </a:prstGeom>
          <a:noFill/>
          <a:ln w="0">
            <a:noFill/>
          </a:ln>
        </p:spPr>
      </p:pic>
      <p:sp>
        <p:nvSpPr>
          <p:cNvPr id="161" name=""/>
          <p:cNvSpPr/>
          <p:nvPr/>
        </p:nvSpPr>
        <p:spPr>
          <a:xfrm>
            <a:off x="0" y="0"/>
            <a:ext cx="898920" cy="1451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fr-FR" sz="9600" strike="noStrike" u="none">
                <a:solidFill>
                  <a:srgbClr val="ffd428"/>
                </a:solidFill>
                <a:uFillTx/>
                <a:latin typeface="Arial"/>
              </a:rPr>
              <a:t>2</a:t>
            </a:r>
            <a:endParaRPr b="0" lang="fr-FR" sz="96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2" name="" descr=""/>
          <p:cNvPicPr/>
          <p:nvPr/>
        </p:nvPicPr>
        <p:blipFill>
          <a:blip r:embed="rId1"/>
          <a:stretch/>
        </p:blipFill>
        <p:spPr>
          <a:xfrm>
            <a:off x="0" y="3600"/>
            <a:ext cx="5243400" cy="9139680"/>
          </a:xfrm>
          <a:prstGeom prst="rect">
            <a:avLst/>
          </a:prstGeom>
          <a:noFill/>
          <a:ln w="0">
            <a:noFill/>
          </a:ln>
        </p:spPr>
      </p:pic>
      <p:sp>
        <p:nvSpPr>
          <p:cNvPr id="163" name="Bulle narrative : rectangle à coins arrondis 1"/>
          <p:cNvSpPr/>
          <p:nvPr/>
        </p:nvSpPr>
        <p:spPr>
          <a:xfrm>
            <a:off x="180000" y="360000"/>
            <a:ext cx="4893120" cy="5399280"/>
          </a:xfrm>
          <a:prstGeom prst="wedgeRoundRectCallout">
            <a:avLst>
              <a:gd name="adj1" fmla="val 19961"/>
              <a:gd name="adj2" fmla="val -49783"/>
              <a:gd name="adj3" fmla="val 16667"/>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spcBef>
                <a:spcPts val="1191"/>
              </a:spcBef>
              <a:spcAft>
                <a:spcPts val="992"/>
              </a:spcAft>
            </a:pPr>
            <a:endParaRPr b="0" lang="fr-FR" sz="1200" strike="noStrike" u="none">
              <a:solidFill>
                <a:srgbClr val="ffffff"/>
              </a:solidFill>
              <a:uFillTx/>
              <a:latin typeface="Arial"/>
            </a:endParaRPr>
          </a:p>
          <a:p>
            <a:pPr>
              <a:lnSpc>
                <a:spcPct val="100000"/>
              </a:lnSpc>
              <a:spcBef>
                <a:spcPts val="1191"/>
              </a:spcBef>
              <a:spcAft>
                <a:spcPts val="992"/>
              </a:spcAft>
            </a:pPr>
            <a:endParaRPr b="0" lang="fr-FR" sz="12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Times New Roman"/>
                <a:ea typeface="Times New Roman"/>
              </a:rPr>
              <a:t>Après avoir traversé les paysages féériques de Fromacron-6, vous arrivez dans un marché bouillonnant de vie, dédié aux fromages les plus renommés de la planète.</a:t>
            </a: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Times New Roman"/>
                <a:ea typeface="Times New Roman"/>
              </a:rPr>
              <a:t>Votre regard croise celui d’un fromager au visage marqué par l’agacement. Il vous confie son désarroi : les saveurs autrefois uniques de ses créations se perdent, victimes de la nouvelle politique de l’Empire Bel. Les prairies luxuriantes ont été réduites en cendres, et les agriculteurs contraints d’alimenter leurs troupeaux avec un fourrage à base de maïs, ternissant la couleur et appauvrissant le goût des fromages.</a:t>
            </a: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Times New Roman"/>
                <a:ea typeface="Times New Roman"/>
              </a:rPr>
              <a:t>Cependant, une lueur d’espoir subsiste : un herboriste légendaire détiendrait des graines des anciennes prairies, capables de restaurer les terres.</a:t>
            </a: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Times New Roman"/>
                <a:ea typeface="Times New Roman"/>
              </a:rPr>
              <a:t>Touchés par son histoire, vous décidez de l’aider. Une nouvelle quête commence : retrouver cet herboriste mystérieux et sauver les saveurs de Fromacron-6 !</a:t>
            </a:r>
            <a:endParaRPr b="0" lang="fr-FR" sz="1400" strike="noStrike" u="none">
              <a:solidFill>
                <a:srgbClr val="ffffff"/>
              </a:solidFill>
              <a:uFillTx/>
              <a:latin typeface="Arial"/>
            </a:endParaRPr>
          </a:p>
          <a:p>
            <a:pPr algn="ctr">
              <a:lnSpc>
                <a:spcPct val="100000"/>
              </a:lnSpc>
              <a:spcBef>
                <a:spcPts val="1191"/>
              </a:spcBef>
              <a:spcAft>
                <a:spcPts val="992"/>
              </a:spcAft>
            </a:pPr>
            <a:r>
              <a:rPr b="0" lang="fr-FR" sz="1400" strike="noStrike" u="none">
                <a:solidFill>
                  <a:srgbClr val="ffffff"/>
                </a:solidFill>
                <a:uFillTx/>
                <a:latin typeface="Times New Roman"/>
                <a:ea typeface="Times New Roman"/>
              </a:rPr>
              <a:t>Prenez la carte N°3</a:t>
            </a:r>
            <a:endParaRPr b="0" lang="fr-FR" sz="1400" strike="noStrike" u="none">
              <a:solidFill>
                <a:srgbClr val="ffffff"/>
              </a:solidFill>
              <a:uFillTx/>
              <a:latin typeface="Arial"/>
            </a:endParaRPr>
          </a:p>
          <a:p>
            <a:pPr>
              <a:lnSpc>
                <a:spcPct val="100000"/>
              </a:lnSpc>
              <a:spcBef>
                <a:spcPts val="1191"/>
              </a:spcBef>
              <a:spcAft>
                <a:spcPts val="992"/>
              </a:spcAft>
            </a:pPr>
            <a:endParaRPr b="0" lang="fr-FR" sz="1200" strike="noStrike" u="none">
              <a:solidFill>
                <a:srgbClr val="ffffff"/>
              </a:solidFill>
              <a:uFillTx/>
              <a:latin typeface="Arial"/>
            </a:endParaRPr>
          </a:p>
          <a:p>
            <a:pPr>
              <a:lnSpc>
                <a:spcPct val="100000"/>
              </a:lnSpc>
            </a:pPr>
            <a:endParaRPr b="0" lang="fr-FR" sz="16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4" name="" descr=""/>
          <p:cNvPicPr/>
          <p:nvPr/>
        </p:nvPicPr>
        <p:blipFill>
          <a:blip r:embed="rId1"/>
          <a:stretch/>
        </p:blipFill>
        <p:spPr>
          <a:xfrm>
            <a:off x="0" y="0"/>
            <a:ext cx="5142600" cy="9142920"/>
          </a:xfrm>
          <a:prstGeom prst="rect">
            <a:avLst/>
          </a:prstGeom>
          <a:noFill/>
          <a:ln w="0">
            <a:noFill/>
          </a:ln>
        </p:spPr>
      </p:pic>
      <p:sp>
        <p:nvSpPr>
          <p:cNvPr id="165" name=""/>
          <p:cNvSpPr/>
          <p:nvPr/>
        </p:nvSpPr>
        <p:spPr>
          <a:xfrm>
            <a:off x="0" y="0"/>
            <a:ext cx="898920" cy="1451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fr-FR" sz="9600" strike="noStrike" u="none">
                <a:solidFill>
                  <a:srgbClr val="ffd428"/>
                </a:solidFill>
                <a:uFillTx/>
                <a:latin typeface="Arial"/>
              </a:rPr>
              <a:t>3</a:t>
            </a:r>
            <a:endParaRPr b="0" lang="fr-FR" sz="96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6" name="" descr=""/>
          <p:cNvPicPr/>
          <p:nvPr/>
        </p:nvPicPr>
        <p:blipFill>
          <a:blip r:embed="rId1"/>
          <a:stretch/>
        </p:blipFill>
        <p:spPr>
          <a:xfrm>
            <a:off x="0" y="3600"/>
            <a:ext cx="5243400" cy="9139680"/>
          </a:xfrm>
          <a:prstGeom prst="rect">
            <a:avLst/>
          </a:prstGeom>
          <a:noFill/>
          <a:ln w="0">
            <a:noFill/>
          </a:ln>
        </p:spPr>
      </p:pic>
      <p:sp>
        <p:nvSpPr>
          <p:cNvPr id="167" name="Bulle narrative : rectangle à coins arrondis 2"/>
          <p:cNvSpPr/>
          <p:nvPr/>
        </p:nvSpPr>
        <p:spPr>
          <a:xfrm>
            <a:off x="180000" y="180000"/>
            <a:ext cx="4893120" cy="3059640"/>
          </a:xfrm>
          <a:prstGeom prst="wedgeRoundRectCallout">
            <a:avLst>
              <a:gd name="adj1" fmla="val 19961"/>
              <a:gd name="adj2" fmla="val -49783"/>
              <a:gd name="adj3" fmla="val 16667"/>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spcBef>
                <a:spcPts val="1191"/>
              </a:spcBef>
              <a:spcAft>
                <a:spcPts val="992"/>
              </a:spcAft>
            </a:pPr>
            <a:endParaRPr b="0" lang="fr-FR" sz="1200" strike="noStrike" u="none">
              <a:solidFill>
                <a:srgbClr val="ffffff"/>
              </a:solidFill>
              <a:uFillTx/>
              <a:latin typeface="Arial"/>
            </a:endParaRPr>
          </a:p>
          <a:p>
            <a:pPr>
              <a:lnSpc>
                <a:spcPct val="100000"/>
              </a:lnSpc>
              <a:spcBef>
                <a:spcPts val="1191"/>
              </a:spcBef>
              <a:spcAft>
                <a:spcPts val="992"/>
              </a:spcAft>
            </a:pPr>
            <a:endParaRPr b="0" lang="fr-FR" sz="1200" strike="noStrike" u="none">
              <a:solidFill>
                <a:srgbClr val="ffffff"/>
              </a:solidFill>
              <a:uFillTx/>
              <a:latin typeface="Arial"/>
            </a:endParaRPr>
          </a:p>
          <a:p>
            <a:pPr algn="just">
              <a:lnSpc>
                <a:spcPct val="100000"/>
              </a:lnSpc>
              <a:spcBef>
                <a:spcPts val="1191"/>
              </a:spcBef>
              <a:spcAft>
                <a:spcPts val="992"/>
              </a:spcAft>
            </a:pPr>
            <a:r>
              <a:rPr b="0" lang="fr-FR" sz="1800" strike="noStrike" u="none">
                <a:solidFill>
                  <a:srgbClr val="ffffff"/>
                </a:solidFill>
                <a:uFillTx/>
                <a:latin typeface="Times New Roman"/>
                <a:ea typeface="Times New Roman"/>
              </a:rPr>
              <a:t>Un éleveur étrange l’a croisé il y a plusieurs lunes, mais le souvenir de son refuge m’échappe. C’est un être singulier, en communion avec les cieux. Il ne parle qu’au travers de mystérieux signes astraux, comme s’il lisait les secrets des étoiles elles-mêmes. </a:t>
            </a:r>
            <a:endParaRPr b="0" lang="fr-FR" sz="1800" strike="noStrike" u="none">
              <a:solidFill>
                <a:srgbClr val="ffffff"/>
              </a:solidFill>
              <a:uFillTx/>
              <a:latin typeface="Arial"/>
            </a:endParaRPr>
          </a:p>
          <a:p>
            <a:pPr algn="just">
              <a:lnSpc>
                <a:spcPct val="100000"/>
              </a:lnSpc>
              <a:spcBef>
                <a:spcPts val="1191"/>
              </a:spcBef>
              <a:spcAft>
                <a:spcPts val="992"/>
              </a:spcAft>
            </a:pPr>
            <a:r>
              <a:rPr b="0" lang="fr-FR" sz="1800" strike="noStrike" u="none">
                <a:solidFill>
                  <a:srgbClr val="ffffff"/>
                </a:solidFill>
                <a:uFillTx/>
                <a:latin typeface="Times New Roman"/>
                <a:ea typeface="Times New Roman"/>
              </a:rPr>
              <a:t>Décrypter ce message, et vous le trouverez ! </a:t>
            </a:r>
            <a:endParaRPr b="0" lang="fr-FR" sz="1800" strike="noStrike" u="none">
              <a:solidFill>
                <a:srgbClr val="ffffff"/>
              </a:solidFill>
              <a:uFillTx/>
              <a:latin typeface="Arial"/>
            </a:endParaRPr>
          </a:p>
          <a:p>
            <a:pPr algn="ctr">
              <a:lnSpc>
                <a:spcPct val="100000"/>
              </a:lnSpc>
              <a:spcBef>
                <a:spcPts val="1191"/>
              </a:spcBef>
              <a:spcAft>
                <a:spcPts val="992"/>
              </a:spcAft>
            </a:pPr>
            <a:endParaRPr b="0" lang="fr-FR" sz="1400" strike="noStrike" u="none">
              <a:solidFill>
                <a:srgbClr val="ffffff"/>
              </a:solidFill>
              <a:uFillTx/>
              <a:latin typeface="Arial"/>
            </a:endParaRPr>
          </a:p>
          <a:p>
            <a:pPr>
              <a:lnSpc>
                <a:spcPct val="100000"/>
              </a:lnSpc>
              <a:spcBef>
                <a:spcPts val="1191"/>
              </a:spcBef>
              <a:spcAft>
                <a:spcPts val="992"/>
              </a:spcAft>
            </a:pPr>
            <a:endParaRPr b="0" lang="fr-FR" sz="1200" strike="noStrike" u="none">
              <a:solidFill>
                <a:srgbClr val="ffffff"/>
              </a:solidFill>
              <a:uFillTx/>
              <a:latin typeface="Arial"/>
            </a:endParaRPr>
          </a:p>
          <a:p>
            <a:pPr>
              <a:lnSpc>
                <a:spcPct val="100000"/>
              </a:lnSpc>
            </a:pPr>
            <a:endParaRPr b="0" lang="fr-FR" sz="1600" strike="noStrike" u="none">
              <a:solidFill>
                <a:srgbClr val="ffffff"/>
              </a:solidFill>
              <a:uFillTx/>
              <a:latin typeface="Arial"/>
            </a:endParaRPr>
          </a:p>
        </p:txBody>
      </p:sp>
      <p:sp>
        <p:nvSpPr>
          <p:cNvPr id="168" name="Bulle narrative : rectangle à coins arrondis 4"/>
          <p:cNvSpPr/>
          <p:nvPr/>
        </p:nvSpPr>
        <p:spPr>
          <a:xfrm>
            <a:off x="180000" y="3420000"/>
            <a:ext cx="4893120" cy="5723640"/>
          </a:xfrm>
          <a:prstGeom prst="wedgeRoundRectCallout">
            <a:avLst>
              <a:gd name="adj1" fmla="val 19961"/>
              <a:gd name="adj2" fmla="val -49783"/>
              <a:gd name="adj3" fmla="val 16667"/>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rIns="90000" tIns="45000" bIns="45000" anchor="b">
            <a:noAutofit/>
          </a:bodyPr>
          <a:p>
            <a:pPr>
              <a:lnSpc>
                <a:spcPct val="100000"/>
              </a:lnSpc>
              <a:spcBef>
                <a:spcPts val="1191"/>
              </a:spcBef>
              <a:spcAft>
                <a:spcPts val="992"/>
              </a:spcAft>
            </a:pPr>
            <a:endParaRPr b="0" lang="fr-FR" sz="1400" strike="noStrike" u="none">
              <a:solidFill>
                <a:srgbClr val="ffffff"/>
              </a:solidFill>
              <a:uFillTx/>
              <a:latin typeface="Arial"/>
            </a:endParaRPr>
          </a:p>
          <a:p>
            <a:pPr>
              <a:lnSpc>
                <a:spcPct val="100000"/>
              </a:lnSpc>
              <a:spcBef>
                <a:spcPts val="1191"/>
              </a:spcBef>
              <a:spcAft>
                <a:spcPts val="992"/>
              </a:spcAft>
            </a:pPr>
            <a:endParaRPr b="0" lang="fr-FR" sz="1400" strike="noStrike" u="none">
              <a:solidFill>
                <a:srgbClr val="ffffff"/>
              </a:solidFill>
              <a:uFillTx/>
              <a:latin typeface="Arial"/>
            </a:endParaRPr>
          </a:p>
          <a:p>
            <a:pPr>
              <a:lnSpc>
                <a:spcPct val="100000"/>
              </a:lnSpc>
              <a:spcBef>
                <a:spcPts val="1191"/>
              </a:spcBef>
              <a:spcAft>
                <a:spcPts val="992"/>
              </a:spcAft>
            </a:pP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Times New Roman"/>
                <a:ea typeface="Times New Roman"/>
              </a:rPr>
              <a:t>Le vendeur vous désigne trois lieux possibles, mais un seul détient la clé de votre quête. À vous de percer le mystère grâce à l’énigme :</a:t>
            </a: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Times New Roman"/>
                <a:ea typeface="Times New Roman"/>
              </a:rPr>
              <a:t>Lieu 1 : Un vétérinaire renommé pour soigner la rage des redoutables Galacornes. Prenez la carte N°4 </a:t>
            </a: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Times New Roman"/>
                <a:ea typeface="Times New Roman"/>
              </a:rPr>
              <a:t>Lieu 2 : Une bibliothèque ancienne, gardienne de savoirs oubliés. Prenez la carte N°5</a:t>
            </a: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Times New Roman"/>
                <a:ea typeface="Times New Roman"/>
              </a:rPr>
              <a:t>Lieu 3 : Un éleveur singulier, célèbre pour ses énigmatiques moutons verts. Prenez la carte N°6</a:t>
            </a:r>
            <a:endParaRPr b="0" lang="fr-FR" sz="1400" strike="noStrike" u="none">
              <a:solidFill>
                <a:srgbClr val="ffffff"/>
              </a:solidFill>
              <a:uFillTx/>
              <a:latin typeface="Arial"/>
            </a:endParaRPr>
          </a:p>
          <a:p>
            <a:pPr>
              <a:lnSpc>
                <a:spcPct val="100000"/>
              </a:lnSpc>
              <a:spcBef>
                <a:spcPts val="1191"/>
              </a:spcBef>
              <a:spcAft>
                <a:spcPts val="992"/>
              </a:spcAft>
            </a:pPr>
            <a:endParaRPr b="0" lang="fr-FR" sz="1800" strike="noStrike" u="none">
              <a:solidFill>
                <a:srgbClr val="ffffff"/>
              </a:solidFill>
              <a:uFillTx/>
              <a:latin typeface="Arial"/>
            </a:endParaRPr>
          </a:p>
        </p:txBody>
      </p:sp>
      <p:pic>
        <p:nvPicPr>
          <p:cNvPr id="169" name="" descr=""/>
          <p:cNvPicPr/>
          <p:nvPr/>
        </p:nvPicPr>
        <p:blipFill>
          <a:blip r:embed="rId2"/>
          <a:stretch/>
        </p:blipFill>
        <p:spPr>
          <a:xfrm>
            <a:off x="720000" y="3605760"/>
            <a:ext cx="3641760" cy="197388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0" name="" descr=""/>
          <p:cNvPicPr/>
          <p:nvPr/>
        </p:nvPicPr>
        <p:blipFill>
          <a:blip r:embed="rId1"/>
          <a:stretch/>
        </p:blipFill>
        <p:spPr>
          <a:xfrm>
            <a:off x="0" y="0"/>
            <a:ext cx="5142600" cy="9142920"/>
          </a:xfrm>
          <a:prstGeom prst="rect">
            <a:avLst/>
          </a:prstGeom>
          <a:noFill/>
          <a:ln w="0">
            <a:noFill/>
          </a:ln>
        </p:spPr>
      </p:pic>
      <p:sp>
        <p:nvSpPr>
          <p:cNvPr id="171" name=""/>
          <p:cNvSpPr/>
          <p:nvPr/>
        </p:nvSpPr>
        <p:spPr>
          <a:xfrm>
            <a:off x="0" y="0"/>
            <a:ext cx="898920" cy="1451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fr-FR" sz="9600" strike="noStrike" u="none">
                <a:solidFill>
                  <a:srgbClr val="ffd428"/>
                </a:solidFill>
                <a:uFillTx/>
                <a:latin typeface="Arial"/>
              </a:rPr>
              <a:t>4</a:t>
            </a:r>
            <a:endParaRPr b="0" lang="fr-FR" sz="96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2" name="" descr=""/>
          <p:cNvPicPr/>
          <p:nvPr/>
        </p:nvPicPr>
        <p:blipFill>
          <a:blip r:embed="rId1"/>
          <a:stretch/>
        </p:blipFill>
        <p:spPr>
          <a:xfrm>
            <a:off x="-12960" y="0"/>
            <a:ext cx="5156280" cy="9143640"/>
          </a:xfrm>
          <a:prstGeom prst="rect">
            <a:avLst/>
          </a:prstGeom>
          <a:noFill/>
          <a:ln w="0">
            <a:noFill/>
          </a:ln>
        </p:spPr>
      </p:pic>
      <p:sp>
        <p:nvSpPr>
          <p:cNvPr id="173" name="Bulle narrative : rectangle à coins arrondis 3"/>
          <p:cNvSpPr/>
          <p:nvPr/>
        </p:nvSpPr>
        <p:spPr>
          <a:xfrm>
            <a:off x="146520" y="3780000"/>
            <a:ext cx="4893120" cy="5363640"/>
          </a:xfrm>
          <a:prstGeom prst="wedgeRoundRectCallout">
            <a:avLst>
              <a:gd name="adj1" fmla="val 19961"/>
              <a:gd name="adj2" fmla="val -49783"/>
              <a:gd name="adj3" fmla="val 16667"/>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rIns="90000" tIns="45000" bIns="45000" anchor="t">
            <a:noAutofit/>
          </a:bodyPr>
          <a:p>
            <a:pPr>
              <a:lnSpc>
                <a:spcPct val="100000"/>
              </a:lnSpc>
              <a:spcBef>
                <a:spcPts val="1191"/>
              </a:spcBef>
              <a:spcAft>
                <a:spcPts val="992"/>
              </a:spcAft>
            </a:pPr>
            <a:r>
              <a:rPr b="0" lang="fr-FR" sz="1400" strike="noStrike" u="none">
                <a:solidFill>
                  <a:srgbClr val="ffffff"/>
                </a:solidFill>
                <a:uFillTx/>
                <a:latin typeface="Times New Roman"/>
                <a:ea typeface="Times New Roman"/>
              </a:rPr>
              <a:t>Vous entrez dans zone tumultueuse oû la tempête gronde, les Galacornes semblent excités.  Le vétérinaire, un homme à l’air occupé et vêtu d’une blouse constellée de symboles mystérieux, lève les yeux vers vous.</a:t>
            </a: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Times New Roman"/>
                <a:ea typeface="Times New Roman"/>
              </a:rPr>
              <a:t>« L’herboriste ? Ah oui, je l’ai vu, il y a environ un an. Un homme curieux, passionné par les plantes. Je cherchait des solutions pour améliorer la qualité du lait des troupeaux locaux. Il ma conseillé de nourrir les Galacornes avec une herbe riche en oméga-3 et oméga-6. Ces acides gras naturels accentuent la puissance du goût et donnent une saveur incomparable. Je ne sais pas où il est allé ensuite, mais s’il suit mes conseils, vous pourriez le retrouver là où les pâturages sont les plus verts et abondants. »</a:t>
            </a: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Times New Roman"/>
                <a:ea typeface="Times New Roman"/>
              </a:rPr>
              <a:t>Vous n’avez pas choisi le bon lieu, il vous reste :</a:t>
            </a: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Times New Roman"/>
                <a:ea typeface="Times New Roman"/>
              </a:rPr>
              <a:t>Lieu 2 : Une bibliothèque ancienne, gardienne de savoirs oubliés. Prenez la carte N°5</a:t>
            </a: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Times New Roman"/>
                <a:ea typeface="Times New Roman"/>
              </a:rPr>
              <a:t>Lieu 3 : Un éleveur singulier, célèbre pour ses énigmatiques moutons verts. Prenez la carte N°6</a:t>
            </a:r>
            <a:endParaRPr b="0" lang="fr-FR" sz="1400" strike="noStrike" u="none">
              <a:solidFill>
                <a:srgbClr val="ffffff"/>
              </a:solidFill>
              <a:uFillTx/>
              <a:latin typeface="Arial"/>
            </a:endParaRPr>
          </a:p>
          <a:p>
            <a:pPr>
              <a:lnSpc>
                <a:spcPct val="100000"/>
              </a:lnSpc>
              <a:spcBef>
                <a:spcPts val="1191"/>
              </a:spcBef>
              <a:spcAft>
                <a:spcPts val="992"/>
              </a:spcAft>
            </a:pPr>
            <a:endParaRPr b="0" lang="fr-FR" sz="1400" strike="noStrike" u="none">
              <a:solidFill>
                <a:srgbClr val="ffffff"/>
              </a:solidFill>
              <a:uFillTx/>
              <a:latin typeface="Arial"/>
            </a:endParaRPr>
          </a:p>
          <a:p>
            <a:pPr>
              <a:lnSpc>
                <a:spcPct val="100000"/>
              </a:lnSpc>
              <a:spcBef>
                <a:spcPts val="1191"/>
              </a:spcBef>
              <a:spcAft>
                <a:spcPts val="992"/>
              </a:spcAft>
            </a:pPr>
            <a:endParaRPr b="0" lang="fr-FR" sz="1400" strike="noStrike" u="none">
              <a:solidFill>
                <a:srgbClr val="ffffff"/>
              </a:solidFill>
              <a:uFillTx/>
              <a:latin typeface="Arial"/>
            </a:endParaRPr>
          </a:p>
          <a:p>
            <a:pPr>
              <a:lnSpc>
                <a:spcPct val="100000"/>
              </a:lnSpc>
              <a:spcBef>
                <a:spcPts val="1191"/>
              </a:spcBef>
              <a:spcAft>
                <a:spcPts val="992"/>
              </a:spcAft>
            </a:pPr>
            <a:endParaRPr b="0" lang="fr-FR" sz="1400" strike="noStrike" u="none">
              <a:solidFill>
                <a:srgbClr val="ffffff"/>
              </a:solidFill>
              <a:uFillTx/>
              <a:latin typeface="Arial"/>
            </a:endParaRPr>
          </a:p>
          <a:p>
            <a:pPr>
              <a:lnSpc>
                <a:spcPct val="100000"/>
              </a:lnSpc>
              <a:spcBef>
                <a:spcPts val="1191"/>
              </a:spcBef>
              <a:spcAft>
                <a:spcPts val="992"/>
              </a:spcAft>
            </a:pPr>
            <a:endParaRPr b="0" lang="fr-FR" sz="1000" strike="noStrike" u="none">
              <a:solidFill>
                <a:srgbClr val="ffffff"/>
              </a:solidFill>
              <a:uFillTx/>
              <a:latin typeface="Arial"/>
            </a:endParaRPr>
          </a:p>
          <a:p>
            <a:pPr algn="ctr">
              <a:lnSpc>
                <a:spcPct val="100000"/>
              </a:lnSpc>
              <a:spcBef>
                <a:spcPts val="1191"/>
              </a:spcBef>
              <a:spcAft>
                <a:spcPts val="992"/>
              </a:spcAft>
            </a:pPr>
            <a:endParaRPr b="0" lang="fr-FR" sz="1400" strike="noStrike" u="none">
              <a:solidFill>
                <a:srgbClr val="ffffff"/>
              </a:solidFill>
              <a:uFillTx/>
              <a:latin typeface="Arial"/>
            </a:endParaRPr>
          </a:p>
          <a:p>
            <a:pPr>
              <a:lnSpc>
                <a:spcPct val="100000"/>
              </a:lnSpc>
              <a:spcBef>
                <a:spcPts val="1191"/>
              </a:spcBef>
              <a:spcAft>
                <a:spcPts val="992"/>
              </a:spcAft>
            </a:pPr>
            <a:endParaRPr b="0" lang="fr-FR" sz="1200" strike="noStrike" u="none">
              <a:solidFill>
                <a:srgbClr val="ffffff"/>
              </a:solidFill>
              <a:uFillTx/>
              <a:latin typeface="Arial"/>
            </a:endParaRPr>
          </a:p>
          <a:p>
            <a:pPr>
              <a:lnSpc>
                <a:spcPct val="100000"/>
              </a:lnSpc>
            </a:pPr>
            <a:endParaRPr b="0" lang="fr-FR" sz="16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4" name="" descr=""/>
          <p:cNvPicPr/>
          <p:nvPr/>
        </p:nvPicPr>
        <p:blipFill>
          <a:blip r:embed="rId1"/>
          <a:stretch/>
        </p:blipFill>
        <p:spPr>
          <a:xfrm>
            <a:off x="0" y="0"/>
            <a:ext cx="5142600" cy="9142920"/>
          </a:xfrm>
          <a:prstGeom prst="rect">
            <a:avLst/>
          </a:prstGeom>
          <a:noFill/>
          <a:ln w="0">
            <a:noFill/>
          </a:ln>
        </p:spPr>
      </p:pic>
      <p:sp>
        <p:nvSpPr>
          <p:cNvPr id="175" name=""/>
          <p:cNvSpPr/>
          <p:nvPr/>
        </p:nvSpPr>
        <p:spPr>
          <a:xfrm>
            <a:off x="0" y="0"/>
            <a:ext cx="898920" cy="1451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fr-FR" sz="9600" strike="noStrike" u="none">
                <a:solidFill>
                  <a:srgbClr val="ffd428"/>
                </a:solidFill>
                <a:uFillTx/>
                <a:latin typeface="Arial"/>
              </a:rPr>
              <a:t>5</a:t>
            </a:r>
            <a:endParaRPr b="0" lang="fr-FR" sz="96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6" name="" descr=""/>
          <p:cNvPicPr/>
          <p:nvPr/>
        </p:nvPicPr>
        <p:blipFill>
          <a:blip r:embed="rId1"/>
          <a:stretch/>
        </p:blipFill>
        <p:spPr>
          <a:xfrm>
            <a:off x="-12960" y="0"/>
            <a:ext cx="5143320" cy="9144000"/>
          </a:xfrm>
          <a:prstGeom prst="rect">
            <a:avLst/>
          </a:prstGeom>
          <a:noFill/>
          <a:ln w="0">
            <a:noFill/>
          </a:ln>
        </p:spPr>
      </p:pic>
      <p:sp>
        <p:nvSpPr>
          <p:cNvPr id="177" name="Bulle narrative : rectangle à coins arrondis 5"/>
          <p:cNvSpPr/>
          <p:nvPr/>
        </p:nvSpPr>
        <p:spPr>
          <a:xfrm>
            <a:off x="180000" y="180000"/>
            <a:ext cx="4893120" cy="8783640"/>
          </a:xfrm>
          <a:prstGeom prst="wedgeRoundRectCallout">
            <a:avLst>
              <a:gd name="adj1" fmla="val 19961"/>
              <a:gd name="adj2" fmla="val -49783"/>
              <a:gd name="adj3" fmla="val 16667"/>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rIns="90000" tIns="45000" bIns="45000" anchor="t">
            <a:noAutofit/>
          </a:bodyPr>
          <a:p>
            <a:pPr>
              <a:lnSpc>
                <a:spcPct val="100000"/>
              </a:lnSpc>
              <a:spcBef>
                <a:spcPts val="1191"/>
              </a:spcBef>
              <a:spcAft>
                <a:spcPts val="992"/>
              </a:spcAft>
            </a:pPr>
            <a:r>
              <a:rPr b="0" lang="fr-FR" sz="1400" strike="noStrike" u="none">
                <a:solidFill>
                  <a:srgbClr val="ffffff"/>
                </a:solidFill>
                <a:uFillTx/>
                <a:latin typeface="Arial"/>
                <a:ea typeface="Times New Roman"/>
              </a:rPr>
              <a:t>Dans les profondeurs silencieuses de la bibliothèque ancienne, gardienne de savoirs oubliés, vous êtes accueillis par une bibliothécaire au regard perçant, chargé d'années d'étude et de mystères.</a:t>
            </a: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Arial"/>
                <a:ea typeface="Times New Roman"/>
              </a:rPr>
              <a:t>Elle écoute attentivement votre demande, secouant doucement la tête.</a:t>
            </a: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Arial"/>
                <a:ea typeface="Times New Roman"/>
              </a:rPr>
              <a:t>"Je crains que l'herboriste ne soit pas ici depuis longtemps. Mais je me souviens de lui... Il passait des heures à consulter un vieux manuscrit oublié de la plupart des visiteurs. Attendez, je crois savoir lequel."</a:t>
            </a: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Arial"/>
                <a:ea typeface="Times New Roman"/>
              </a:rPr>
              <a:t>Elle disparaît dans les allées interminables, revenant bientôt avec un livre poussiéreux dont la couverture s'efface sous l'épreuve du temps. Ouvrant à une page annotée par l'herboriste lui-même, vous découvrez une note intrigante.</a:t>
            </a: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Arial"/>
                <a:ea typeface="Times New Roman"/>
              </a:rPr>
              <a:t>"La teinte jaune du fromage, disait-il, dépendait de l’alimentation des animaux. Voici ce qu'il avait noté :"</a:t>
            </a: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Arial"/>
                <a:ea typeface="Times New Roman"/>
              </a:rPr>
              <a:t>Maize Silage : une teinte douce et légère.</a:t>
            </a: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Arial"/>
                <a:ea typeface="Times New Roman"/>
              </a:rPr>
              <a:t>Hay : une couleur plus affirmée.</a:t>
            </a: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Arial"/>
                <a:ea typeface="Times New Roman"/>
              </a:rPr>
              <a:t>Grass Silage : un jaune éclatant.</a:t>
            </a: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Arial"/>
                <a:ea typeface="Times New Roman"/>
              </a:rPr>
              <a:t>Pasture : la teinte la plus vive et riche en nuances.</a:t>
            </a: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Times New Roman"/>
                <a:ea typeface="Times New Roman"/>
              </a:rPr>
              <a:t>Lieu 1 : Un vétérinaire renommé pour soigner la rage des redoutables Galacornes. Prenez la carte N°4</a:t>
            </a:r>
            <a:endParaRPr b="0" lang="fr-FR" sz="1400" strike="noStrike" u="none">
              <a:solidFill>
                <a:srgbClr val="ffffff"/>
              </a:solidFill>
              <a:uFillTx/>
              <a:latin typeface="Arial"/>
            </a:endParaRPr>
          </a:p>
          <a:p>
            <a:pPr>
              <a:lnSpc>
                <a:spcPct val="100000"/>
              </a:lnSpc>
              <a:spcBef>
                <a:spcPts val="1191"/>
              </a:spcBef>
              <a:spcAft>
                <a:spcPts val="992"/>
              </a:spcAft>
            </a:pPr>
            <a:r>
              <a:rPr b="0" lang="fr-FR" sz="1400" strike="noStrike" u="none">
                <a:solidFill>
                  <a:srgbClr val="ffffff"/>
                </a:solidFill>
                <a:uFillTx/>
                <a:latin typeface="Times New Roman"/>
                <a:ea typeface="Times New Roman"/>
              </a:rPr>
              <a:t>Lieu 3 : Un éleveur singulier, célèbre pour ses énigmatiques moutons verts. Prenez la carte N°6</a:t>
            </a:r>
            <a:endParaRPr b="0" lang="fr-FR" sz="1400" strike="noStrike" u="none">
              <a:solidFill>
                <a:srgbClr val="ffffff"/>
              </a:solidFill>
              <a:uFillTx/>
              <a:latin typeface="Arial"/>
            </a:endParaRPr>
          </a:p>
          <a:p>
            <a:pPr>
              <a:lnSpc>
                <a:spcPct val="100000"/>
              </a:lnSpc>
              <a:spcBef>
                <a:spcPts val="1191"/>
              </a:spcBef>
              <a:spcAft>
                <a:spcPts val="992"/>
              </a:spcAft>
            </a:pPr>
            <a:endParaRPr b="0" lang="fr-FR" sz="1400" strike="noStrike" u="none">
              <a:solidFill>
                <a:srgbClr val="ffffff"/>
              </a:solidFill>
              <a:uFillTx/>
              <a:latin typeface="Arial"/>
            </a:endParaRPr>
          </a:p>
          <a:p>
            <a:pPr>
              <a:lnSpc>
                <a:spcPct val="100000"/>
              </a:lnSpc>
              <a:spcBef>
                <a:spcPts val="1191"/>
              </a:spcBef>
              <a:spcAft>
                <a:spcPts val="992"/>
              </a:spcAft>
            </a:pPr>
            <a:endParaRPr b="0" lang="fr-FR" sz="1400" strike="noStrike" u="none">
              <a:solidFill>
                <a:srgbClr val="ffffff"/>
              </a:solidFill>
              <a:uFillTx/>
              <a:latin typeface="Arial"/>
            </a:endParaRPr>
          </a:p>
          <a:p>
            <a:pPr>
              <a:lnSpc>
                <a:spcPct val="100000"/>
              </a:lnSpc>
              <a:spcBef>
                <a:spcPts val="1191"/>
              </a:spcBef>
              <a:spcAft>
                <a:spcPts val="992"/>
              </a:spcAft>
            </a:pPr>
            <a:endParaRPr b="0" lang="fr-FR" sz="14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8" name="" descr=""/>
          <p:cNvPicPr/>
          <p:nvPr/>
        </p:nvPicPr>
        <p:blipFill>
          <a:blip r:embed="rId1"/>
          <a:stretch/>
        </p:blipFill>
        <p:spPr>
          <a:xfrm>
            <a:off x="0" y="0"/>
            <a:ext cx="5142600" cy="9142920"/>
          </a:xfrm>
          <a:prstGeom prst="rect">
            <a:avLst/>
          </a:prstGeom>
          <a:noFill/>
          <a:ln w="0">
            <a:noFill/>
          </a:ln>
        </p:spPr>
      </p:pic>
      <p:sp>
        <p:nvSpPr>
          <p:cNvPr id="179" name=""/>
          <p:cNvSpPr/>
          <p:nvPr/>
        </p:nvSpPr>
        <p:spPr>
          <a:xfrm>
            <a:off x="0" y="0"/>
            <a:ext cx="898920" cy="1451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fr-FR" sz="9600" strike="noStrike" u="none">
                <a:solidFill>
                  <a:srgbClr val="ffd428"/>
                </a:solidFill>
                <a:uFillTx/>
                <a:latin typeface="Arial"/>
              </a:rPr>
              <a:t>6</a:t>
            </a:r>
            <a:endParaRPr b="0" lang="fr-FR" sz="96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0" name="" descr=""/>
          <p:cNvPicPr/>
          <p:nvPr/>
        </p:nvPicPr>
        <p:blipFill>
          <a:blip r:embed="rId1"/>
          <a:stretch/>
        </p:blipFill>
        <p:spPr>
          <a:xfrm>
            <a:off x="-12960" y="0"/>
            <a:ext cx="5143320" cy="9144000"/>
          </a:xfrm>
          <a:prstGeom prst="rect">
            <a:avLst/>
          </a:prstGeom>
          <a:noFill/>
          <a:ln w="0">
            <a:noFill/>
          </a:ln>
        </p:spPr>
      </p:pic>
      <p:sp>
        <p:nvSpPr>
          <p:cNvPr id="181" name="Bulle narrative : rectangle à coins arrondis 7"/>
          <p:cNvSpPr/>
          <p:nvPr/>
        </p:nvSpPr>
        <p:spPr>
          <a:xfrm>
            <a:off x="146880" y="3600000"/>
            <a:ext cx="4893120" cy="5040000"/>
          </a:xfrm>
          <a:prstGeom prst="wedgeRoundRectCallout">
            <a:avLst>
              <a:gd name="adj1" fmla="val 19961"/>
              <a:gd name="adj2" fmla="val -49783"/>
              <a:gd name="adj3" fmla="val 16667"/>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rIns="90000" tIns="45000" bIns="45000" anchor="t">
            <a:noAutofit/>
          </a:bodyPr>
          <a:p>
            <a:pPr algn="just">
              <a:lnSpc>
                <a:spcPct val="100000"/>
              </a:lnSpc>
              <a:spcBef>
                <a:spcPts val="1191"/>
              </a:spcBef>
              <a:spcAft>
                <a:spcPts val="992"/>
              </a:spcAft>
            </a:pPr>
            <a:r>
              <a:rPr b="0" lang="fr-FR" sz="1400" strike="noStrike" u="none">
                <a:solidFill>
                  <a:srgbClr val="ffffff"/>
                </a:solidFill>
                <a:uFillTx/>
                <a:latin typeface="Arial"/>
                <a:ea typeface="Times New Roman"/>
              </a:rPr>
              <a:t>Vous découvrez l'herboriste, la tête baissée, un air de tristesse marqué sur son visage. D'une voix grave, il vous raconte que l'Empire Babybel a anéanti 90 % des prairies. Cependant, il a réussi à préserver quelques graines de plantes rares :</a:t>
            </a:r>
            <a:endParaRPr b="0" lang="fr-FR" sz="1400" strike="noStrike" u="none">
              <a:solidFill>
                <a:srgbClr val="ffffff"/>
              </a:solidFill>
              <a:uFillTx/>
              <a:latin typeface="Arial"/>
            </a:endParaRPr>
          </a:p>
          <a:p>
            <a:pPr algn="just">
              <a:lnSpc>
                <a:spcPct val="100000"/>
              </a:lnSpc>
              <a:spcBef>
                <a:spcPts val="1191"/>
              </a:spcBef>
              <a:spcAft>
                <a:spcPts val="992"/>
              </a:spcAft>
            </a:pPr>
            <a:r>
              <a:rPr b="0" lang="fr-FR" sz="1400" strike="noStrike" u="none">
                <a:solidFill>
                  <a:srgbClr val="ffffff"/>
                </a:solidFill>
                <a:uFillTx/>
                <a:latin typeface="Arial"/>
                <a:ea typeface="Times New Roman"/>
              </a:rPr>
              <a:t>Une herbe gorgée de légumes, offrant un goût intense et inoubliable.</a:t>
            </a:r>
            <a:endParaRPr b="0" lang="fr-FR" sz="1400" strike="noStrike" u="none">
              <a:solidFill>
                <a:srgbClr val="ffffff"/>
              </a:solidFill>
              <a:uFillTx/>
              <a:latin typeface="Arial"/>
            </a:endParaRPr>
          </a:p>
          <a:p>
            <a:pPr algn="just">
              <a:lnSpc>
                <a:spcPct val="100000"/>
              </a:lnSpc>
              <a:spcBef>
                <a:spcPts val="1191"/>
              </a:spcBef>
              <a:spcAft>
                <a:spcPts val="992"/>
              </a:spcAft>
            </a:pPr>
            <a:r>
              <a:rPr b="0" lang="fr-FR" sz="1400" strike="noStrike" u="none">
                <a:solidFill>
                  <a:srgbClr val="ffffff"/>
                </a:solidFill>
                <a:uFillTx/>
                <a:latin typeface="Arial"/>
                <a:ea typeface="Times New Roman"/>
              </a:rPr>
              <a:t>Une herbe provenant des hautes terres, riche en dicotylédones, qui révèle des saveurs subtiles de pistache.</a:t>
            </a:r>
            <a:endParaRPr b="0" lang="fr-FR" sz="1400" strike="noStrike" u="none">
              <a:solidFill>
                <a:srgbClr val="ffffff"/>
              </a:solidFill>
              <a:uFillTx/>
              <a:latin typeface="Arial"/>
            </a:endParaRPr>
          </a:p>
          <a:p>
            <a:pPr algn="just">
              <a:lnSpc>
                <a:spcPct val="100000"/>
              </a:lnSpc>
              <a:spcBef>
                <a:spcPts val="1191"/>
              </a:spcBef>
              <a:spcAft>
                <a:spcPts val="992"/>
              </a:spcAft>
            </a:pPr>
            <a:r>
              <a:rPr b="0" lang="fr-FR" sz="1400" strike="noStrike" u="none">
                <a:solidFill>
                  <a:srgbClr val="ffffff"/>
                </a:solidFill>
                <a:uFillTx/>
                <a:latin typeface="Arial"/>
                <a:ea typeface="Times New Roman"/>
              </a:rPr>
              <a:t>Avec un regard plein d'espoir, il vous confie ces précieuses graines, vous implorant de les replanter.</a:t>
            </a:r>
            <a:endParaRPr b="0" lang="fr-FR" sz="1400" strike="noStrike" u="none">
              <a:solidFill>
                <a:srgbClr val="ffffff"/>
              </a:solidFill>
              <a:uFillTx/>
              <a:latin typeface="Arial"/>
            </a:endParaRPr>
          </a:p>
          <a:p>
            <a:pPr algn="just">
              <a:lnSpc>
                <a:spcPct val="100000"/>
              </a:lnSpc>
              <a:spcBef>
                <a:spcPts val="1191"/>
              </a:spcBef>
              <a:spcAft>
                <a:spcPts val="992"/>
              </a:spcAft>
            </a:pPr>
            <a:r>
              <a:rPr b="0" lang="fr-FR" sz="1400" strike="noStrike" u="none">
                <a:solidFill>
                  <a:srgbClr val="ffffff"/>
                </a:solidFill>
                <a:uFillTx/>
                <a:latin typeface="Arial"/>
                <a:ea typeface="Times New Roman"/>
              </a:rPr>
              <a:t>Ensuite, vous rétablirez les enzymes Lactosiens !</a:t>
            </a:r>
            <a:endParaRPr b="0" lang="fr-FR" sz="1400" strike="noStrike" u="none">
              <a:solidFill>
                <a:srgbClr val="ffffff"/>
              </a:solidFill>
              <a:uFillTx/>
              <a:latin typeface="Arial"/>
            </a:endParaRPr>
          </a:p>
          <a:p>
            <a:pPr algn="just">
              <a:lnSpc>
                <a:spcPct val="100000"/>
              </a:lnSpc>
              <a:spcBef>
                <a:spcPts val="1191"/>
              </a:spcBef>
              <a:spcAft>
                <a:spcPts val="992"/>
              </a:spcAft>
            </a:pPr>
            <a:r>
              <a:rPr b="0" lang="fr-FR" sz="1400" strike="noStrike" u="none">
                <a:solidFill>
                  <a:srgbClr val="ffffff"/>
                </a:solidFill>
                <a:uFillTx/>
                <a:latin typeface="Arial"/>
                <a:ea typeface="Times New Roman"/>
              </a:rPr>
              <a:t>Prenez la carte N°7</a:t>
            </a:r>
            <a:endParaRPr b="0" lang="fr-FR" sz="1400" strike="noStrike" u="none">
              <a:solidFill>
                <a:srgbClr val="ffffff"/>
              </a:solidFill>
              <a:uFillTx/>
              <a:latin typeface="Arial"/>
            </a:endParaRPr>
          </a:p>
          <a:p>
            <a:pPr algn="just">
              <a:lnSpc>
                <a:spcPct val="100000"/>
              </a:lnSpc>
              <a:spcBef>
                <a:spcPts val="1191"/>
              </a:spcBef>
              <a:spcAft>
                <a:spcPts val="992"/>
              </a:spcAft>
            </a:pPr>
            <a:endParaRPr b="0" lang="fr-FR" sz="1400" strike="noStrike" u="none">
              <a:solidFill>
                <a:srgbClr val="ffffff"/>
              </a:solidFill>
              <a:uFillTx/>
              <a:latin typeface="Arial"/>
            </a:endParaRPr>
          </a:p>
          <a:p>
            <a:pPr algn="just">
              <a:lnSpc>
                <a:spcPct val="100000"/>
              </a:lnSpc>
              <a:spcBef>
                <a:spcPts val="1191"/>
              </a:spcBef>
              <a:spcAft>
                <a:spcPts val="992"/>
              </a:spcAft>
            </a:pPr>
            <a:endParaRPr b="0" lang="fr-FR" sz="1400" strike="noStrike" u="none">
              <a:solidFill>
                <a:srgbClr val="ffffff"/>
              </a:solidFill>
              <a:uFillTx/>
              <a:latin typeface="Arial"/>
            </a:endParaRPr>
          </a:p>
          <a:p>
            <a:pPr>
              <a:lnSpc>
                <a:spcPct val="100000"/>
              </a:lnSpc>
              <a:spcBef>
                <a:spcPts val="1191"/>
              </a:spcBef>
              <a:spcAft>
                <a:spcPts val="992"/>
              </a:spcAft>
            </a:pPr>
            <a:endParaRPr b="0" lang="fr-FR" sz="1400" strike="noStrike" u="none">
              <a:solidFill>
                <a:srgbClr val="ffffff"/>
              </a:solidFill>
              <a:uFillTx/>
              <a:latin typeface="Arial"/>
            </a:endParaRPr>
          </a:p>
          <a:p>
            <a:pPr>
              <a:lnSpc>
                <a:spcPct val="100000"/>
              </a:lnSpc>
              <a:spcBef>
                <a:spcPts val="1191"/>
              </a:spcBef>
              <a:spcAft>
                <a:spcPts val="992"/>
              </a:spcAft>
            </a:pPr>
            <a:endParaRPr b="0" lang="fr-FR" sz="1400" strike="noStrike" u="none">
              <a:solidFill>
                <a:srgbClr val="ffffff"/>
              </a:solidFill>
              <a:uFillTx/>
              <a:latin typeface="Arial"/>
            </a:endParaRPr>
          </a:p>
          <a:p>
            <a:pPr>
              <a:lnSpc>
                <a:spcPct val="100000"/>
              </a:lnSpc>
              <a:spcBef>
                <a:spcPts val="1191"/>
              </a:spcBef>
              <a:spcAft>
                <a:spcPts val="992"/>
              </a:spcAft>
            </a:pPr>
            <a:endParaRPr b="0" lang="fr-FR" sz="1400" strike="noStrike" u="none">
              <a:solidFill>
                <a:srgbClr val="ffffff"/>
              </a:solidFill>
              <a:uFillTx/>
              <a:latin typeface="Arial"/>
            </a:endParaRPr>
          </a:p>
          <a:p>
            <a:pPr>
              <a:lnSpc>
                <a:spcPct val="100000"/>
              </a:lnSpc>
              <a:spcBef>
                <a:spcPts val="1191"/>
              </a:spcBef>
              <a:spcAft>
                <a:spcPts val="992"/>
              </a:spcAft>
            </a:pPr>
            <a:endParaRPr b="0" lang="fr-FR" sz="1000" strike="noStrike" u="none">
              <a:solidFill>
                <a:srgbClr val="ffffff"/>
              </a:solidFill>
              <a:uFillTx/>
              <a:latin typeface="Arial"/>
            </a:endParaRPr>
          </a:p>
          <a:p>
            <a:pPr algn="ctr">
              <a:lnSpc>
                <a:spcPct val="100000"/>
              </a:lnSpc>
              <a:spcBef>
                <a:spcPts val="1191"/>
              </a:spcBef>
              <a:spcAft>
                <a:spcPts val="992"/>
              </a:spcAft>
            </a:pPr>
            <a:endParaRPr b="0" lang="fr-FR" sz="1400" strike="noStrike" u="none">
              <a:solidFill>
                <a:srgbClr val="ffffff"/>
              </a:solidFill>
              <a:uFillTx/>
              <a:latin typeface="Arial"/>
            </a:endParaRPr>
          </a:p>
          <a:p>
            <a:pPr>
              <a:lnSpc>
                <a:spcPct val="100000"/>
              </a:lnSpc>
              <a:spcBef>
                <a:spcPts val="1191"/>
              </a:spcBef>
              <a:spcAft>
                <a:spcPts val="992"/>
              </a:spcAft>
            </a:pPr>
            <a:endParaRPr b="0" lang="fr-FR" sz="1200" strike="noStrike" u="none">
              <a:solidFill>
                <a:srgbClr val="ffffff"/>
              </a:solidFill>
              <a:uFillTx/>
              <a:latin typeface="Arial"/>
            </a:endParaRPr>
          </a:p>
          <a:p>
            <a:pPr>
              <a:lnSpc>
                <a:spcPct val="100000"/>
              </a:lnSpc>
            </a:pPr>
            <a:endParaRPr b="0" lang="fr-FR" sz="16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2" name="" descr=""/>
          <p:cNvPicPr/>
          <p:nvPr/>
        </p:nvPicPr>
        <p:blipFill>
          <a:blip r:embed="rId1"/>
          <a:stretch/>
        </p:blipFill>
        <p:spPr>
          <a:xfrm>
            <a:off x="0" y="0"/>
            <a:ext cx="5142600" cy="9142920"/>
          </a:xfrm>
          <a:prstGeom prst="rect">
            <a:avLst/>
          </a:prstGeom>
          <a:noFill/>
          <a:ln w="0">
            <a:noFill/>
          </a:ln>
        </p:spPr>
      </p:pic>
      <p:sp>
        <p:nvSpPr>
          <p:cNvPr id="183" name=""/>
          <p:cNvSpPr/>
          <p:nvPr/>
        </p:nvSpPr>
        <p:spPr>
          <a:xfrm>
            <a:off x="0" y="0"/>
            <a:ext cx="898920" cy="1451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fr-FR" sz="9600" strike="noStrike" u="none">
                <a:solidFill>
                  <a:srgbClr val="ffd428"/>
                </a:solidFill>
                <a:uFillTx/>
                <a:latin typeface="Arial"/>
              </a:rPr>
              <a:t>7</a:t>
            </a:r>
            <a:endParaRPr b="0" lang="fr-FR" sz="96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4" name="" descr=""/>
          <p:cNvPicPr/>
          <p:nvPr/>
        </p:nvPicPr>
        <p:blipFill>
          <a:blip r:embed="rId1"/>
          <a:stretch/>
        </p:blipFill>
        <p:spPr>
          <a:xfrm>
            <a:off x="0" y="0"/>
            <a:ext cx="5243040" cy="9199440"/>
          </a:xfrm>
          <a:prstGeom prst="rect">
            <a:avLst/>
          </a:prstGeom>
          <a:noFill/>
          <a:ln w="0">
            <a:noFill/>
          </a:ln>
        </p:spPr>
      </p:pic>
      <p:sp>
        <p:nvSpPr>
          <p:cNvPr id="185" name="Bulle narrative : rectangle à coins arrondis 9"/>
          <p:cNvSpPr/>
          <p:nvPr/>
        </p:nvSpPr>
        <p:spPr>
          <a:xfrm>
            <a:off x="124560" y="0"/>
            <a:ext cx="4893120" cy="8881560"/>
          </a:xfrm>
          <a:prstGeom prst="wedgeRoundRectCallout">
            <a:avLst>
              <a:gd name="adj1" fmla="val 19961"/>
              <a:gd name="adj2" fmla="val -49783"/>
              <a:gd name="adj3" fmla="val 16667"/>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r>
              <a:rPr b="1" lang="fr-FR" sz="1200" strike="noStrike" u="none">
                <a:solidFill>
                  <a:srgbClr val="ffffff"/>
                </a:solidFill>
                <a:uFillTx/>
                <a:latin typeface="Times New Roman"/>
                <a:ea typeface="Times New Roman"/>
              </a:rPr>
              <a:t>Contexte</a:t>
            </a:r>
            <a:endParaRPr b="0" lang="fr-FR" sz="1200" strike="noStrike" u="none">
              <a:solidFill>
                <a:srgbClr val="ffffff"/>
              </a:solidFill>
              <a:uFillTx/>
              <a:latin typeface="Arial"/>
            </a:endParaRPr>
          </a:p>
          <a:p>
            <a:pPr algn="just">
              <a:lnSpc>
                <a:spcPct val="100000"/>
              </a:lnSpc>
            </a:pPr>
            <a:r>
              <a:rPr b="0" lang="fr-FR" sz="1200" strike="noStrike" u="none">
                <a:solidFill>
                  <a:srgbClr val="ffffff"/>
                </a:solidFill>
                <a:uFillTx/>
                <a:latin typeface="Times New Roman"/>
                <a:ea typeface="Times New Roman"/>
              </a:rPr>
              <a:t>La machine </a:t>
            </a:r>
            <a:r>
              <a:rPr b="0" i="1" lang="fr-FR" sz="1200" strike="noStrike" u="none">
                <a:solidFill>
                  <a:srgbClr val="ffffff"/>
                </a:solidFill>
                <a:uFillTx/>
                <a:latin typeface="Times New Roman"/>
                <a:ea typeface="Times New Roman"/>
              </a:rPr>
              <a:t>Le Sélecteur de Saveurs</a:t>
            </a:r>
            <a:r>
              <a:rPr b="0" lang="fr-FR" sz="1200" strike="noStrike" u="none">
                <a:solidFill>
                  <a:srgbClr val="ffffff"/>
                </a:solidFill>
                <a:uFillTx/>
                <a:latin typeface="Times New Roman"/>
                <a:ea typeface="Times New Roman"/>
              </a:rPr>
              <a:t> ne fonctionne qu’avec une combinaison parfaitement équilibrée de ferments. L’Empire Bel a complexifié son fonctionnement en imposant des paramètres stricts. Les joueurs doivent maintenant résoudre des calculs pour obtenir la bonne combinaison.</a:t>
            </a:r>
            <a:endParaRPr b="0" lang="fr-FR" sz="1200" strike="noStrike" u="none">
              <a:solidFill>
                <a:srgbClr val="ffffff"/>
              </a:solidFill>
              <a:uFillTx/>
              <a:latin typeface="Arial"/>
            </a:endParaRPr>
          </a:p>
          <a:p>
            <a:pPr algn="just">
              <a:lnSpc>
                <a:spcPct val="100000"/>
              </a:lnSpc>
            </a:pPr>
            <a:r>
              <a:rPr b="0" lang="fr-FR" sz="1200" strike="noStrike" u="none">
                <a:solidFill>
                  <a:srgbClr val="ffffff"/>
                </a:solidFill>
                <a:uFillTx/>
                <a:latin typeface="Times New Roman"/>
                <a:ea typeface="Times New Roman"/>
              </a:rPr>
              <a:t>L’objectif est de </a:t>
            </a:r>
            <a:r>
              <a:rPr b="1" lang="fr-FR" sz="1200" strike="noStrike" u="none">
                <a:solidFill>
                  <a:srgbClr val="ffffff"/>
                </a:solidFill>
                <a:uFillTx/>
                <a:latin typeface="Times New Roman"/>
                <a:ea typeface="Times New Roman"/>
              </a:rPr>
              <a:t>respecter les critères d’équilibre</a:t>
            </a:r>
            <a:r>
              <a:rPr b="0" lang="fr-FR" sz="1200" strike="noStrike" u="none">
                <a:solidFill>
                  <a:srgbClr val="ffffff"/>
                </a:solidFill>
                <a:uFillTx/>
                <a:latin typeface="Times New Roman"/>
                <a:ea typeface="Times New Roman"/>
              </a:rPr>
              <a:t> :</a:t>
            </a:r>
            <a:endParaRPr b="0" lang="fr-FR" sz="1200" strike="noStrike" u="none">
              <a:solidFill>
                <a:srgbClr val="ffffff"/>
              </a:solidFill>
              <a:uFillTx/>
              <a:latin typeface="Arial"/>
            </a:endParaRPr>
          </a:p>
          <a:p>
            <a:pPr marL="457200" indent="-228600" algn="just">
              <a:lnSpc>
                <a:spcPct val="100000"/>
              </a:lnSpc>
              <a:tabLst>
                <a:tab algn="l" pos="0"/>
              </a:tabLst>
            </a:pPr>
            <a:r>
              <a:rPr b="0" lang="fr-FR" sz="1200" strike="noStrike" u="none">
                <a:solidFill>
                  <a:srgbClr val="ffffff"/>
                </a:solidFill>
                <a:uFillTx/>
                <a:latin typeface="Times New Roman"/>
                <a:ea typeface="Times New Roman"/>
              </a:rPr>
              <a:t>L’acidité totale doit être </a:t>
            </a:r>
            <a:r>
              <a:rPr b="1" lang="fr-FR" sz="1200" strike="noStrike" u="none">
                <a:solidFill>
                  <a:srgbClr val="ffffff"/>
                </a:solidFill>
                <a:uFillTx/>
                <a:latin typeface="Times New Roman"/>
                <a:ea typeface="Times New Roman"/>
              </a:rPr>
              <a:t>exactement égale à 6</a:t>
            </a:r>
            <a:r>
              <a:rPr b="0" lang="fr-FR" sz="1200" strike="noStrike" u="none">
                <a:solidFill>
                  <a:srgbClr val="ffffff"/>
                </a:solidFill>
                <a:uFillTx/>
                <a:latin typeface="Times New Roman"/>
                <a:ea typeface="Times New Roman"/>
              </a:rPr>
              <a:t>.</a:t>
            </a:r>
            <a:endParaRPr b="0" lang="fr-FR" sz="1200" strike="noStrike" u="none">
              <a:solidFill>
                <a:srgbClr val="ffffff"/>
              </a:solidFill>
              <a:uFillTx/>
              <a:latin typeface="Arial"/>
            </a:endParaRPr>
          </a:p>
          <a:p>
            <a:pPr marL="457200" indent="-228600" algn="just">
              <a:lnSpc>
                <a:spcPct val="100000"/>
              </a:lnSpc>
              <a:tabLst>
                <a:tab algn="l" pos="0"/>
              </a:tabLst>
            </a:pPr>
            <a:r>
              <a:rPr b="0" lang="fr-FR" sz="1200" strike="noStrike" u="none">
                <a:solidFill>
                  <a:srgbClr val="ffffff"/>
                </a:solidFill>
                <a:uFillTx/>
                <a:latin typeface="Times New Roman"/>
                <a:ea typeface="Times New Roman"/>
              </a:rPr>
              <a:t>Les arômes doivent atteindre un </a:t>
            </a:r>
            <a:r>
              <a:rPr b="1" lang="fr-FR" sz="1200" strike="noStrike" u="none">
                <a:solidFill>
                  <a:srgbClr val="ffffff"/>
                </a:solidFill>
                <a:uFillTx/>
                <a:latin typeface="Times New Roman"/>
                <a:ea typeface="Times New Roman"/>
              </a:rPr>
              <a:t>minimum de 11</a:t>
            </a:r>
            <a:r>
              <a:rPr b="0" lang="fr-FR" sz="1200" strike="noStrike" u="none">
                <a:solidFill>
                  <a:srgbClr val="ffffff"/>
                </a:solidFill>
                <a:uFillTx/>
                <a:latin typeface="Times New Roman"/>
                <a:ea typeface="Times New Roman"/>
              </a:rPr>
              <a:t> pour garantir un fromage savoureux.</a:t>
            </a:r>
            <a:endParaRPr b="0" lang="fr-FR" sz="1200" strike="noStrike" u="none">
              <a:solidFill>
                <a:srgbClr val="ffffff"/>
              </a:solidFill>
              <a:uFillTx/>
              <a:latin typeface="Arial"/>
            </a:endParaRPr>
          </a:p>
          <a:p>
            <a:pPr marL="457200" indent="-228600" algn="just">
              <a:lnSpc>
                <a:spcPct val="100000"/>
              </a:lnSpc>
              <a:tabLst>
                <a:tab algn="l" pos="0"/>
              </a:tabLst>
            </a:pPr>
            <a:r>
              <a:rPr b="0" lang="fr-FR" sz="1200" strike="noStrike" u="none">
                <a:solidFill>
                  <a:srgbClr val="ffffff"/>
                </a:solidFill>
                <a:uFillTx/>
                <a:latin typeface="Times New Roman"/>
                <a:ea typeface="Times New Roman"/>
              </a:rPr>
              <a:t>La texture finale doit se situer entre 9</a:t>
            </a:r>
            <a:r>
              <a:rPr b="1" lang="fr-FR" sz="1200" strike="noStrike" u="none">
                <a:solidFill>
                  <a:srgbClr val="ffffff"/>
                </a:solidFill>
                <a:uFillTx/>
                <a:latin typeface="Times New Roman"/>
                <a:ea typeface="Times New Roman"/>
              </a:rPr>
              <a:t> et 12</a:t>
            </a:r>
            <a:r>
              <a:rPr b="0" lang="fr-FR" sz="1200" strike="noStrike" u="none">
                <a:solidFill>
                  <a:srgbClr val="ffffff"/>
                </a:solidFill>
                <a:uFillTx/>
                <a:latin typeface="Times New Roman"/>
                <a:ea typeface="Times New Roman"/>
              </a:rPr>
              <a:t>, pour ne pas être trop molle ni trop ferme.</a:t>
            </a:r>
            <a:endParaRPr b="0" lang="fr-FR" sz="1200" strike="noStrike" u="none">
              <a:solidFill>
                <a:srgbClr val="ffffff"/>
              </a:solidFill>
              <a:uFillTx/>
              <a:latin typeface="Arial"/>
            </a:endParaRPr>
          </a:p>
          <a:p>
            <a:pPr marL="457200" indent="-228600" algn="just">
              <a:lnSpc>
                <a:spcPct val="100000"/>
              </a:lnSpc>
              <a:tabLst>
                <a:tab algn="l" pos="0"/>
              </a:tabLst>
            </a:pPr>
            <a:r>
              <a:rPr b="1" lang="fr-FR" sz="1200" strike="noStrike" u="none">
                <a:solidFill>
                  <a:srgbClr val="ffffff"/>
                </a:solidFill>
                <a:uFillTx/>
                <a:latin typeface="Times New Roman"/>
                <a:ea typeface="Times New Roman"/>
              </a:rPr>
              <a:t>Règles de l’énigme :</a:t>
            </a:r>
            <a:endParaRPr b="0" lang="fr-FR" sz="1200" strike="noStrike" u="none">
              <a:solidFill>
                <a:srgbClr val="ffffff"/>
              </a:solidFill>
              <a:uFillTx/>
              <a:latin typeface="Arial"/>
            </a:endParaRPr>
          </a:p>
          <a:p>
            <a:pPr marL="457200" indent="-228600" algn="just">
              <a:lnSpc>
                <a:spcPct val="100000"/>
              </a:lnSpc>
              <a:tabLst>
                <a:tab algn="l" pos="0"/>
              </a:tabLst>
            </a:pPr>
            <a:r>
              <a:rPr b="0" lang="fr-FR" sz="1200" strike="noStrike" u="none">
                <a:solidFill>
                  <a:srgbClr val="ffffff"/>
                </a:solidFill>
                <a:uFillTx/>
                <a:latin typeface="Times New Roman"/>
                <a:ea typeface="Times New Roman"/>
              </a:rPr>
              <a:t>Les joueurs choisissent </a:t>
            </a:r>
            <a:r>
              <a:rPr b="1" lang="fr-FR" sz="1200" strike="noStrike" u="none">
                <a:solidFill>
                  <a:srgbClr val="ffffff"/>
                </a:solidFill>
                <a:uFillTx/>
                <a:latin typeface="Times New Roman"/>
                <a:ea typeface="Times New Roman"/>
              </a:rPr>
              <a:t>un ferment de chaque catégorie (Acidité, Arômes, Texture)</a:t>
            </a:r>
            <a:r>
              <a:rPr b="0" lang="fr-FR" sz="1200" strike="noStrike" u="none">
                <a:solidFill>
                  <a:srgbClr val="ffffff"/>
                </a:solidFill>
                <a:uFillTx/>
                <a:latin typeface="Times New Roman"/>
                <a:ea typeface="Times New Roman"/>
              </a:rPr>
              <a:t>.</a:t>
            </a:r>
            <a:endParaRPr b="0" lang="fr-FR" sz="1200" strike="noStrike" u="none">
              <a:solidFill>
                <a:srgbClr val="ffffff"/>
              </a:solidFill>
              <a:uFillTx/>
              <a:latin typeface="Arial"/>
            </a:endParaRPr>
          </a:p>
          <a:p>
            <a:pPr marL="457200" indent="-228600" algn="just">
              <a:lnSpc>
                <a:spcPct val="100000"/>
              </a:lnSpc>
              <a:tabLst>
                <a:tab algn="l" pos="0"/>
              </a:tabLst>
            </a:pPr>
            <a:r>
              <a:rPr b="0" lang="fr-FR" sz="1200" strike="noStrike" u="none">
                <a:solidFill>
                  <a:srgbClr val="ffffff"/>
                </a:solidFill>
                <a:uFillTx/>
                <a:latin typeface="Times New Roman"/>
                <a:ea typeface="Times New Roman"/>
              </a:rPr>
              <a:t>Chaque ferment a des valeurs spécifiques pour :</a:t>
            </a:r>
            <a:endParaRPr b="0" lang="fr-FR" sz="1200" strike="noStrike" u="none">
              <a:solidFill>
                <a:srgbClr val="ffffff"/>
              </a:solidFill>
              <a:uFillTx/>
              <a:latin typeface="Arial"/>
            </a:endParaRPr>
          </a:p>
          <a:p>
            <a:pPr marL="914400" indent="-228600" algn="just">
              <a:lnSpc>
                <a:spcPct val="100000"/>
              </a:lnSpc>
              <a:tabLst>
                <a:tab algn="l" pos="0"/>
              </a:tabLst>
            </a:pPr>
            <a:r>
              <a:rPr b="1" lang="fr-FR" sz="1200" strike="noStrike" u="none">
                <a:solidFill>
                  <a:srgbClr val="ffffff"/>
                </a:solidFill>
                <a:uFillTx/>
                <a:latin typeface="Times New Roman"/>
                <a:ea typeface="Times New Roman"/>
              </a:rPr>
              <a:t>Acidité (A)</a:t>
            </a:r>
            <a:r>
              <a:rPr b="0" lang="fr-FR" sz="1200" strike="noStrike" u="none">
                <a:solidFill>
                  <a:srgbClr val="ffffff"/>
                </a:solidFill>
                <a:uFillTx/>
                <a:latin typeface="Times New Roman"/>
                <a:ea typeface="Times New Roman"/>
              </a:rPr>
              <a:t> : Influence la valeur totale d’acidité.</a:t>
            </a:r>
            <a:endParaRPr b="0" lang="fr-FR" sz="1200" strike="noStrike" u="none">
              <a:solidFill>
                <a:srgbClr val="ffffff"/>
              </a:solidFill>
              <a:uFillTx/>
              <a:latin typeface="Arial"/>
            </a:endParaRPr>
          </a:p>
          <a:p>
            <a:pPr marL="914400" indent="-228600" algn="just">
              <a:lnSpc>
                <a:spcPct val="100000"/>
              </a:lnSpc>
              <a:tabLst>
                <a:tab algn="l" pos="0"/>
              </a:tabLst>
            </a:pPr>
            <a:r>
              <a:rPr b="1" lang="fr-FR" sz="1200" strike="noStrike" u="none">
                <a:solidFill>
                  <a:srgbClr val="ffffff"/>
                </a:solidFill>
                <a:uFillTx/>
                <a:latin typeface="Times New Roman"/>
                <a:ea typeface="Times New Roman"/>
              </a:rPr>
              <a:t>Arômes (R)</a:t>
            </a:r>
            <a:r>
              <a:rPr b="0" lang="fr-FR" sz="1200" strike="noStrike" u="none">
                <a:solidFill>
                  <a:srgbClr val="ffffff"/>
                </a:solidFill>
                <a:uFillTx/>
                <a:latin typeface="Times New Roman"/>
                <a:ea typeface="Times New Roman"/>
              </a:rPr>
              <a:t> : Ajoute à la valeur des arômes.</a:t>
            </a:r>
            <a:endParaRPr b="0" lang="fr-FR" sz="1200" strike="noStrike" u="none">
              <a:solidFill>
                <a:srgbClr val="ffffff"/>
              </a:solidFill>
              <a:uFillTx/>
              <a:latin typeface="Arial"/>
            </a:endParaRPr>
          </a:p>
          <a:p>
            <a:pPr marL="914400" indent="-228600" algn="just">
              <a:lnSpc>
                <a:spcPct val="100000"/>
              </a:lnSpc>
              <a:tabLst>
                <a:tab algn="l" pos="0"/>
              </a:tabLst>
            </a:pPr>
            <a:r>
              <a:rPr b="1" lang="fr-FR" sz="1200" strike="noStrike" u="none">
                <a:solidFill>
                  <a:srgbClr val="ffffff"/>
                </a:solidFill>
                <a:uFillTx/>
                <a:latin typeface="Times New Roman"/>
                <a:ea typeface="Times New Roman"/>
              </a:rPr>
              <a:t>Texture (T)</a:t>
            </a:r>
            <a:r>
              <a:rPr b="0" lang="fr-FR" sz="1200" strike="noStrike" u="none">
                <a:solidFill>
                  <a:srgbClr val="ffffff"/>
                </a:solidFill>
                <a:uFillTx/>
                <a:latin typeface="Times New Roman"/>
                <a:ea typeface="Times New Roman"/>
              </a:rPr>
              <a:t> : Ajoute à la valeur de la texture finale.</a:t>
            </a:r>
            <a:endParaRPr b="0" lang="fr-FR" sz="1200" strike="noStrike" u="none">
              <a:solidFill>
                <a:srgbClr val="ffffff"/>
              </a:solidFill>
              <a:uFillTx/>
              <a:latin typeface="Arial"/>
            </a:endParaRPr>
          </a:p>
          <a:p>
            <a:pPr marL="457200" indent="-228600" algn="just">
              <a:lnSpc>
                <a:spcPct val="100000"/>
              </a:lnSpc>
              <a:tabLst>
                <a:tab algn="l" pos="0"/>
              </a:tabLst>
            </a:pPr>
            <a:r>
              <a:rPr b="0" lang="fr-FR" sz="1200" strike="noStrike" u="none">
                <a:solidFill>
                  <a:srgbClr val="ffffff"/>
                </a:solidFill>
                <a:uFillTx/>
                <a:latin typeface="Times New Roman"/>
                <a:ea typeface="Times New Roman"/>
              </a:rPr>
              <a:t>Les joueurs doivent </a:t>
            </a:r>
            <a:r>
              <a:rPr b="1" lang="fr-FR" sz="1200" strike="noStrike" u="none">
                <a:solidFill>
                  <a:srgbClr val="ffffff"/>
                </a:solidFill>
                <a:uFillTx/>
                <a:latin typeface="Times New Roman"/>
                <a:ea typeface="Times New Roman"/>
              </a:rPr>
              <a:t>additionner les valeurs des trois ferments</a:t>
            </a:r>
            <a:r>
              <a:rPr b="0" lang="fr-FR" sz="1200" strike="noStrike" u="none">
                <a:solidFill>
                  <a:srgbClr val="ffffff"/>
                </a:solidFill>
                <a:uFillTx/>
                <a:latin typeface="Times New Roman"/>
                <a:ea typeface="Times New Roman"/>
              </a:rPr>
              <a:t> et respecter les critères d’équilibre.</a:t>
            </a:r>
            <a:endParaRPr b="0" lang="fr-FR" sz="1200" strike="noStrike" u="none">
              <a:solidFill>
                <a:srgbClr val="ffffff"/>
              </a:solidFill>
              <a:uFillTx/>
              <a:latin typeface="Arial"/>
            </a:endParaRPr>
          </a:p>
          <a:p>
            <a:pPr marL="457200" algn="just">
              <a:lnSpc>
                <a:spcPct val="100000"/>
              </a:lnSpc>
              <a:tabLst>
                <a:tab algn="l" pos="0"/>
              </a:tabLst>
            </a:pPr>
            <a:endParaRPr b="0" lang="fr-FR" sz="1200" strike="noStrike" u="none">
              <a:solidFill>
                <a:srgbClr val="ffffff"/>
              </a:solidFill>
              <a:uFillTx/>
              <a:latin typeface="Arial"/>
            </a:endParaRPr>
          </a:p>
          <a:p>
            <a:pPr marL="457200" algn="just">
              <a:lnSpc>
                <a:spcPct val="100000"/>
              </a:lnSpc>
              <a:tabLst>
                <a:tab algn="l" pos="0"/>
              </a:tabLst>
            </a:pPr>
            <a:r>
              <a:rPr b="1" lang="fr-FR" sz="1200" strike="noStrike" u="none">
                <a:solidFill>
                  <a:srgbClr val="ffffff"/>
                </a:solidFill>
                <a:uFillTx/>
                <a:latin typeface="Times New Roman"/>
                <a:ea typeface="Times New Roman"/>
              </a:rPr>
              <a:t>Les ferments disponibles</a:t>
            </a:r>
            <a:endParaRPr b="0" lang="fr-FR" sz="1200" strike="noStrike" u="none">
              <a:solidFill>
                <a:srgbClr val="ffffff"/>
              </a:solidFill>
              <a:uFillTx/>
              <a:latin typeface="Arial"/>
            </a:endParaRPr>
          </a:p>
          <a:p>
            <a:pPr marL="457200" algn="just">
              <a:lnSpc>
                <a:spcPct val="100000"/>
              </a:lnSpc>
              <a:tabLst>
                <a:tab algn="l" pos="0"/>
              </a:tabLst>
            </a:pPr>
            <a:r>
              <a:rPr b="1" lang="fr-FR" sz="1200" strike="noStrike" u="none">
                <a:solidFill>
                  <a:srgbClr val="ffffff"/>
                </a:solidFill>
                <a:uFillTx/>
                <a:latin typeface="Times New Roman"/>
                <a:ea typeface="Times New Roman"/>
              </a:rPr>
              <a:t>Cylindre 1 : Acidité (A)</a:t>
            </a:r>
            <a:endParaRPr b="0" lang="fr-FR" sz="1200" strike="noStrike" u="none">
              <a:solidFill>
                <a:srgbClr val="ffffff"/>
              </a:solidFill>
              <a:uFillTx/>
              <a:latin typeface="Arial"/>
            </a:endParaRPr>
          </a:p>
          <a:p>
            <a:pPr marL="457200" indent="-228600" algn="just">
              <a:lnSpc>
                <a:spcPct val="100000"/>
              </a:lnSpc>
              <a:tabLst>
                <a:tab algn="l" pos="0"/>
              </a:tabLst>
            </a:pPr>
            <a:r>
              <a:rPr b="0" i="1" lang="fr-FR" sz="1200" strike="noStrike" u="none">
                <a:solidFill>
                  <a:srgbClr val="ffffff"/>
                </a:solidFill>
                <a:uFillTx/>
                <a:latin typeface="Times New Roman"/>
                <a:ea typeface="Times New Roman"/>
              </a:rPr>
              <a:t>Lactococcus lactis</a:t>
            </a:r>
            <a:r>
              <a:rPr b="0" lang="fr-FR" sz="1200" strike="noStrike" u="none">
                <a:solidFill>
                  <a:srgbClr val="ffffff"/>
                </a:solidFill>
                <a:uFillTx/>
                <a:latin typeface="Times New Roman"/>
                <a:ea typeface="Times New Roman"/>
              </a:rPr>
              <a:t> : </a:t>
            </a:r>
            <a:r>
              <a:rPr b="1" lang="fr-FR" sz="1200" strike="noStrike" u="none">
                <a:solidFill>
                  <a:srgbClr val="ffffff"/>
                </a:solidFill>
                <a:uFillTx/>
                <a:latin typeface="Times New Roman"/>
                <a:ea typeface="Times New Roman"/>
              </a:rPr>
              <a:t>A = 4</a:t>
            </a:r>
            <a:r>
              <a:rPr b="0" lang="fr-FR" sz="1200" strike="noStrike" u="none">
                <a:solidFill>
                  <a:srgbClr val="ffffff"/>
                </a:solidFill>
                <a:uFillTx/>
                <a:latin typeface="Times New Roman"/>
                <a:ea typeface="Times New Roman"/>
              </a:rPr>
              <a:t>, </a:t>
            </a:r>
            <a:r>
              <a:rPr b="1" lang="fr-FR" sz="1200" strike="noStrike" u="none">
                <a:solidFill>
                  <a:srgbClr val="ffffff"/>
                </a:solidFill>
                <a:uFillTx/>
                <a:latin typeface="Times New Roman"/>
                <a:ea typeface="Times New Roman"/>
              </a:rPr>
              <a:t>R = 2</a:t>
            </a:r>
            <a:r>
              <a:rPr b="0" lang="fr-FR" sz="1200" strike="noStrike" u="none">
                <a:solidFill>
                  <a:srgbClr val="ffffff"/>
                </a:solidFill>
                <a:uFillTx/>
                <a:latin typeface="Times New Roman"/>
                <a:ea typeface="Times New Roman"/>
              </a:rPr>
              <a:t>, </a:t>
            </a:r>
            <a:r>
              <a:rPr b="1" lang="fr-FR" sz="1200" strike="noStrike" u="none">
                <a:solidFill>
                  <a:srgbClr val="ffffff"/>
                </a:solidFill>
                <a:uFillTx/>
                <a:latin typeface="Times New Roman"/>
                <a:ea typeface="Times New Roman"/>
              </a:rPr>
              <a:t>T = 1</a:t>
            </a:r>
            <a:endParaRPr b="0" lang="fr-FR" sz="1200" strike="noStrike" u="none">
              <a:solidFill>
                <a:srgbClr val="ffffff"/>
              </a:solidFill>
              <a:uFillTx/>
              <a:latin typeface="Arial"/>
            </a:endParaRPr>
          </a:p>
          <a:p>
            <a:pPr marL="457200" indent="-228600" algn="just">
              <a:lnSpc>
                <a:spcPct val="100000"/>
              </a:lnSpc>
              <a:tabLst>
                <a:tab algn="l" pos="0"/>
              </a:tabLst>
            </a:pPr>
            <a:r>
              <a:rPr b="0" i="1" lang="fr-FR" sz="1200" strike="noStrike" u="none">
                <a:solidFill>
                  <a:srgbClr val="ffffff"/>
                </a:solidFill>
                <a:uFillTx/>
                <a:latin typeface="Times New Roman"/>
                <a:ea typeface="Times New Roman"/>
              </a:rPr>
              <a:t>Streptococcus thermophilus</a:t>
            </a:r>
            <a:r>
              <a:rPr b="0" lang="fr-FR" sz="1200" strike="noStrike" u="none">
                <a:solidFill>
                  <a:srgbClr val="ffffff"/>
                </a:solidFill>
                <a:uFillTx/>
                <a:latin typeface="Times New Roman"/>
                <a:ea typeface="Times New Roman"/>
              </a:rPr>
              <a:t> : </a:t>
            </a:r>
            <a:r>
              <a:rPr b="1" lang="fr-FR" sz="1200" strike="noStrike" u="none">
                <a:solidFill>
                  <a:srgbClr val="ffffff"/>
                </a:solidFill>
                <a:uFillTx/>
                <a:latin typeface="Times New Roman"/>
                <a:ea typeface="Times New Roman"/>
              </a:rPr>
              <a:t>A = 3</a:t>
            </a:r>
            <a:r>
              <a:rPr b="0" lang="fr-FR" sz="1200" strike="noStrike" u="none">
                <a:solidFill>
                  <a:srgbClr val="ffffff"/>
                </a:solidFill>
                <a:uFillTx/>
                <a:latin typeface="Times New Roman"/>
                <a:ea typeface="Times New Roman"/>
              </a:rPr>
              <a:t>, </a:t>
            </a:r>
            <a:r>
              <a:rPr b="1" lang="fr-FR" sz="1200" strike="noStrike" u="none">
                <a:solidFill>
                  <a:srgbClr val="ffffff"/>
                </a:solidFill>
                <a:uFillTx/>
                <a:latin typeface="Times New Roman"/>
                <a:ea typeface="Times New Roman"/>
              </a:rPr>
              <a:t>R = 3</a:t>
            </a:r>
            <a:r>
              <a:rPr b="0" lang="fr-FR" sz="1200" strike="noStrike" u="none">
                <a:solidFill>
                  <a:srgbClr val="ffffff"/>
                </a:solidFill>
                <a:uFillTx/>
                <a:latin typeface="Times New Roman"/>
                <a:ea typeface="Times New Roman"/>
              </a:rPr>
              <a:t>, </a:t>
            </a:r>
            <a:r>
              <a:rPr b="1" lang="fr-FR" sz="1200" strike="noStrike" u="none">
                <a:solidFill>
                  <a:srgbClr val="ffffff"/>
                </a:solidFill>
                <a:uFillTx/>
                <a:latin typeface="Times New Roman"/>
                <a:ea typeface="Times New Roman"/>
              </a:rPr>
              <a:t>T = 2</a:t>
            </a:r>
            <a:endParaRPr b="0" lang="fr-FR" sz="1200" strike="noStrike" u="none">
              <a:solidFill>
                <a:srgbClr val="ffffff"/>
              </a:solidFill>
              <a:uFillTx/>
              <a:latin typeface="Arial"/>
            </a:endParaRPr>
          </a:p>
          <a:p>
            <a:pPr marL="457200" indent="-228600" algn="just">
              <a:lnSpc>
                <a:spcPct val="100000"/>
              </a:lnSpc>
              <a:tabLst>
                <a:tab algn="l" pos="0"/>
              </a:tabLst>
            </a:pPr>
            <a:r>
              <a:rPr b="0" i="1" lang="fr-FR" sz="1200" strike="noStrike" u="none">
                <a:solidFill>
                  <a:srgbClr val="ffffff"/>
                </a:solidFill>
                <a:uFillTx/>
                <a:latin typeface="Times New Roman"/>
                <a:ea typeface="Times New Roman"/>
              </a:rPr>
              <a:t>Bifidobacterium breve</a:t>
            </a:r>
            <a:r>
              <a:rPr b="0" lang="fr-FR" sz="1200" strike="noStrike" u="none">
                <a:solidFill>
                  <a:srgbClr val="ffffff"/>
                </a:solidFill>
                <a:uFillTx/>
                <a:latin typeface="Times New Roman"/>
                <a:ea typeface="Times New Roman"/>
              </a:rPr>
              <a:t> : </a:t>
            </a:r>
            <a:r>
              <a:rPr b="1" lang="fr-FR" sz="1200" strike="noStrike" u="none">
                <a:solidFill>
                  <a:srgbClr val="ffffff"/>
                </a:solidFill>
                <a:uFillTx/>
                <a:latin typeface="Times New Roman"/>
                <a:ea typeface="Times New Roman"/>
              </a:rPr>
              <a:t>A = 2</a:t>
            </a:r>
            <a:r>
              <a:rPr b="0" lang="fr-FR" sz="1200" strike="noStrike" u="none">
                <a:solidFill>
                  <a:srgbClr val="ffffff"/>
                </a:solidFill>
                <a:uFillTx/>
                <a:latin typeface="Times New Roman"/>
                <a:ea typeface="Times New Roman"/>
              </a:rPr>
              <a:t>, </a:t>
            </a:r>
            <a:r>
              <a:rPr b="1" lang="fr-FR" sz="1200" strike="noStrike" u="none">
                <a:solidFill>
                  <a:srgbClr val="ffffff"/>
                </a:solidFill>
                <a:uFillTx/>
                <a:latin typeface="Times New Roman"/>
                <a:ea typeface="Times New Roman"/>
              </a:rPr>
              <a:t>R = 4</a:t>
            </a:r>
            <a:r>
              <a:rPr b="0" lang="fr-FR" sz="1200" strike="noStrike" u="none">
                <a:solidFill>
                  <a:srgbClr val="ffffff"/>
                </a:solidFill>
                <a:uFillTx/>
                <a:latin typeface="Times New Roman"/>
                <a:ea typeface="Times New Roman"/>
              </a:rPr>
              <a:t>, </a:t>
            </a:r>
            <a:r>
              <a:rPr b="1" lang="fr-FR" sz="1200" strike="noStrike" u="none">
                <a:solidFill>
                  <a:srgbClr val="ffffff"/>
                </a:solidFill>
                <a:uFillTx/>
                <a:latin typeface="Times New Roman"/>
                <a:ea typeface="Times New Roman"/>
              </a:rPr>
              <a:t>T = 3</a:t>
            </a:r>
            <a:endParaRPr b="0" lang="fr-FR" sz="1200" strike="noStrike" u="none">
              <a:solidFill>
                <a:srgbClr val="ffffff"/>
              </a:solidFill>
              <a:uFillTx/>
              <a:latin typeface="Arial"/>
            </a:endParaRPr>
          </a:p>
          <a:p>
            <a:pPr marL="457200" algn="just">
              <a:lnSpc>
                <a:spcPct val="100000"/>
              </a:lnSpc>
              <a:tabLst>
                <a:tab algn="l" pos="0"/>
              </a:tabLst>
            </a:pPr>
            <a:endParaRPr b="0" lang="fr-FR" sz="1200" strike="noStrike" u="none">
              <a:solidFill>
                <a:srgbClr val="ffffff"/>
              </a:solidFill>
              <a:uFillTx/>
              <a:latin typeface="Arial"/>
            </a:endParaRPr>
          </a:p>
          <a:p>
            <a:pPr marL="457200" algn="just">
              <a:lnSpc>
                <a:spcPct val="100000"/>
              </a:lnSpc>
              <a:tabLst>
                <a:tab algn="l" pos="0"/>
              </a:tabLst>
            </a:pPr>
            <a:r>
              <a:rPr b="1" lang="fr-FR" sz="1200" strike="noStrike" u="none">
                <a:solidFill>
                  <a:srgbClr val="ffffff"/>
                </a:solidFill>
                <a:uFillTx/>
                <a:latin typeface="Times New Roman"/>
                <a:ea typeface="Times New Roman"/>
              </a:rPr>
              <a:t>Cylindre 2 : Arômes (R)</a:t>
            </a:r>
            <a:endParaRPr b="0" lang="fr-FR" sz="1200" strike="noStrike" u="none">
              <a:solidFill>
                <a:srgbClr val="ffffff"/>
              </a:solidFill>
              <a:uFillTx/>
              <a:latin typeface="Arial"/>
            </a:endParaRPr>
          </a:p>
          <a:p>
            <a:pPr marL="457200" indent="-228600" algn="just">
              <a:lnSpc>
                <a:spcPct val="100000"/>
              </a:lnSpc>
              <a:tabLst>
                <a:tab algn="l" pos="0"/>
              </a:tabLst>
            </a:pPr>
            <a:r>
              <a:rPr b="0" i="1" lang="fr-FR" sz="1200" strike="noStrike" u="none">
                <a:solidFill>
                  <a:srgbClr val="ffffff"/>
                </a:solidFill>
                <a:uFillTx/>
                <a:latin typeface="Times New Roman"/>
                <a:ea typeface="Times New Roman"/>
              </a:rPr>
              <a:t>Lactobacillus helveticus</a:t>
            </a:r>
            <a:r>
              <a:rPr b="0" lang="fr-FR" sz="1200" strike="noStrike" u="none">
                <a:solidFill>
                  <a:srgbClr val="ffffff"/>
                </a:solidFill>
                <a:uFillTx/>
                <a:latin typeface="Times New Roman"/>
                <a:ea typeface="Times New Roman"/>
              </a:rPr>
              <a:t> : </a:t>
            </a:r>
            <a:r>
              <a:rPr b="1" lang="fr-FR" sz="1200" strike="noStrike" u="none">
                <a:solidFill>
                  <a:srgbClr val="ffffff"/>
                </a:solidFill>
                <a:uFillTx/>
                <a:latin typeface="Times New Roman"/>
                <a:ea typeface="Times New Roman"/>
              </a:rPr>
              <a:t>A = 1</a:t>
            </a:r>
            <a:r>
              <a:rPr b="0" lang="fr-FR" sz="1200" strike="noStrike" u="none">
                <a:solidFill>
                  <a:srgbClr val="ffffff"/>
                </a:solidFill>
                <a:uFillTx/>
                <a:latin typeface="Times New Roman"/>
                <a:ea typeface="Times New Roman"/>
              </a:rPr>
              <a:t>, </a:t>
            </a:r>
            <a:r>
              <a:rPr b="1" lang="fr-FR" sz="1200" strike="noStrike" u="none">
                <a:solidFill>
                  <a:srgbClr val="ffffff"/>
                </a:solidFill>
                <a:uFillTx/>
                <a:latin typeface="Times New Roman"/>
                <a:ea typeface="Times New Roman"/>
              </a:rPr>
              <a:t>R = 5</a:t>
            </a:r>
            <a:r>
              <a:rPr b="0" lang="fr-FR" sz="1200" strike="noStrike" u="none">
                <a:solidFill>
                  <a:srgbClr val="ffffff"/>
                </a:solidFill>
                <a:uFillTx/>
                <a:latin typeface="Times New Roman"/>
                <a:ea typeface="Times New Roman"/>
              </a:rPr>
              <a:t>, </a:t>
            </a:r>
            <a:r>
              <a:rPr b="1" lang="fr-FR" sz="1200" strike="noStrike" u="none">
                <a:solidFill>
                  <a:srgbClr val="ffffff"/>
                </a:solidFill>
                <a:uFillTx/>
                <a:latin typeface="Times New Roman"/>
                <a:ea typeface="Times New Roman"/>
              </a:rPr>
              <a:t>T = 3</a:t>
            </a:r>
            <a:endParaRPr b="0" lang="fr-FR" sz="1200" strike="noStrike" u="none">
              <a:solidFill>
                <a:srgbClr val="ffffff"/>
              </a:solidFill>
              <a:uFillTx/>
              <a:latin typeface="Arial"/>
            </a:endParaRPr>
          </a:p>
          <a:p>
            <a:pPr marL="457200" indent="-228600" algn="just">
              <a:lnSpc>
                <a:spcPct val="100000"/>
              </a:lnSpc>
              <a:tabLst>
                <a:tab algn="l" pos="0"/>
              </a:tabLst>
            </a:pPr>
            <a:r>
              <a:rPr b="0" i="1" lang="fr-FR" sz="1200" strike="noStrike" u="none">
                <a:solidFill>
                  <a:srgbClr val="ffffff"/>
                </a:solidFill>
                <a:uFillTx/>
                <a:latin typeface="Times New Roman"/>
                <a:ea typeface="Times New Roman"/>
              </a:rPr>
              <a:t>Propionibacterium freudenreichii</a:t>
            </a:r>
            <a:r>
              <a:rPr b="0" lang="fr-FR" sz="1200" strike="noStrike" u="none">
                <a:solidFill>
                  <a:srgbClr val="ffffff"/>
                </a:solidFill>
                <a:uFillTx/>
                <a:latin typeface="Times New Roman"/>
                <a:ea typeface="Times New Roman"/>
              </a:rPr>
              <a:t> : </a:t>
            </a:r>
            <a:r>
              <a:rPr b="1" lang="fr-FR" sz="1200" strike="noStrike" u="none">
                <a:solidFill>
                  <a:srgbClr val="ffffff"/>
                </a:solidFill>
                <a:uFillTx/>
                <a:latin typeface="Times New Roman"/>
                <a:ea typeface="Times New Roman"/>
              </a:rPr>
              <a:t>A = 2</a:t>
            </a:r>
            <a:r>
              <a:rPr b="0" lang="fr-FR" sz="1200" strike="noStrike" u="none">
                <a:solidFill>
                  <a:srgbClr val="ffffff"/>
                </a:solidFill>
                <a:uFillTx/>
                <a:latin typeface="Times New Roman"/>
                <a:ea typeface="Times New Roman"/>
              </a:rPr>
              <a:t>, </a:t>
            </a:r>
            <a:r>
              <a:rPr b="1" lang="fr-FR" sz="1200" strike="noStrike" u="none">
                <a:solidFill>
                  <a:srgbClr val="ffffff"/>
                </a:solidFill>
                <a:uFillTx/>
                <a:latin typeface="Times New Roman"/>
                <a:ea typeface="Times New Roman"/>
              </a:rPr>
              <a:t>R = 4</a:t>
            </a:r>
            <a:r>
              <a:rPr b="0" lang="fr-FR" sz="1200" strike="noStrike" u="none">
                <a:solidFill>
                  <a:srgbClr val="ffffff"/>
                </a:solidFill>
                <a:uFillTx/>
                <a:latin typeface="Times New Roman"/>
                <a:ea typeface="Times New Roman"/>
              </a:rPr>
              <a:t>, </a:t>
            </a:r>
            <a:r>
              <a:rPr b="1" lang="fr-FR" sz="1200" strike="noStrike" u="none">
                <a:solidFill>
                  <a:srgbClr val="ffffff"/>
                </a:solidFill>
                <a:uFillTx/>
                <a:latin typeface="Times New Roman"/>
                <a:ea typeface="Times New Roman"/>
              </a:rPr>
              <a:t>T = 4</a:t>
            </a:r>
            <a:endParaRPr b="0" lang="fr-FR" sz="1200" strike="noStrike" u="none">
              <a:solidFill>
                <a:srgbClr val="ffffff"/>
              </a:solidFill>
              <a:uFillTx/>
              <a:latin typeface="Arial"/>
            </a:endParaRPr>
          </a:p>
          <a:p>
            <a:pPr marL="457200" indent="-228600" algn="just">
              <a:lnSpc>
                <a:spcPct val="100000"/>
              </a:lnSpc>
              <a:tabLst>
                <a:tab algn="l" pos="0"/>
              </a:tabLst>
            </a:pPr>
            <a:r>
              <a:rPr b="0" i="1" lang="fr-FR" sz="1200" strike="noStrike" u="none">
                <a:solidFill>
                  <a:srgbClr val="ffffff"/>
                </a:solidFill>
                <a:uFillTx/>
                <a:latin typeface="Times New Roman"/>
                <a:ea typeface="Times New Roman"/>
              </a:rPr>
              <a:t>Leuconostoc mesenteroides</a:t>
            </a:r>
            <a:r>
              <a:rPr b="0" lang="fr-FR" sz="1200" strike="noStrike" u="none">
                <a:solidFill>
                  <a:srgbClr val="ffffff"/>
                </a:solidFill>
                <a:uFillTx/>
                <a:latin typeface="Times New Roman"/>
                <a:ea typeface="Times New Roman"/>
              </a:rPr>
              <a:t> : </a:t>
            </a:r>
            <a:r>
              <a:rPr b="1" lang="fr-FR" sz="1200" strike="noStrike" u="none">
                <a:solidFill>
                  <a:srgbClr val="ffffff"/>
                </a:solidFill>
                <a:uFillTx/>
                <a:latin typeface="Times New Roman"/>
                <a:ea typeface="Times New Roman"/>
              </a:rPr>
              <a:t>A = 2</a:t>
            </a:r>
            <a:r>
              <a:rPr b="0" lang="fr-FR" sz="1200" strike="noStrike" u="none">
                <a:solidFill>
                  <a:srgbClr val="ffffff"/>
                </a:solidFill>
                <a:uFillTx/>
                <a:latin typeface="Times New Roman"/>
                <a:ea typeface="Times New Roman"/>
              </a:rPr>
              <a:t>, </a:t>
            </a:r>
            <a:r>
              <a:rPr b="1" lang="fr-FR" sz="1200" strike="noStrike" u="none">
                <a:solidFill>
                  <a:srgbClr val="ffffff"/>
                </a:solidFill>
                <a:uFillTx/>
                <a:latin typeface="Times New Roman"/>
                <a:ea typeface="Times New Roman"/>
              </a:rPr>
              <a:t>R = 3</a:t>
            </a:r>
            <a:r>
              <a:rPr b="0" lang="fr-FR" sz="1200" strike="noStrike" u="none">
                <a:solidFill>
                  <a:srgbClr val="ffffff"/>
                </a:solidFill>
                <a:uFillTx/>
                <a:latin typeface="Times New Roman"/>
                <a:ea typeface="Times New Roman"/>
              </a:rPr>
              <a:t>, </a:t>
            </a:r>
            <a:r>
              <a:rPr b="1" lang="fr-FR" sz="1200" strike="noStrike" u="none">
                <a:solidFill>
                  <a:srgbClr val="ffffff"/>
                </a:solidFill>
                <a:uFillTx/>
                <a:latin typeface="Times New Roman"/>
                <a:ea typeface="Times New Roman"/>
              </a:rPr>
              <a:t>T = 2</a:t>
            </a:r>
            <a:endParaRPr b="0" lang="fr-FR" sz="1200" strike="noStrike" u="none">
              <a:solidFill>
                <a:srgbClr val="ffffff"/>
              </a:solidFill>
              <a:uFillTx/>
              <a:latin typeface="Arial"/>
            </a:endParaRPr>
          </a:p>
          <a:p>
            <a:pPr marL="457200" algn="just">
              <a:lnSpc>
                <a:spcPct val="100000"/>
              </a:lnSpc>
              <a:tabLst>
                <a:tab algn="l" pos="0"/>
              </a:tabLst>
            </a:pPr>
            <a:endParaRPr b="0" lang="fr-FR" sz="1200" strike="noStrike" u="none">
              <a:solidFill>
                <a:srgbClr val="ffffff"/>
              </a:solidFill>
              <a:uFillTx/>
              <a:latin typeface="Arial"/>
            </a:endParaRPr>
          </a:p>
          <a:p>
            <a:pPr marL="457200" algn="just">
              <a:lnSpc>
                <a:spcPct val="100000"/>
              </a:lnSpc>
              <a:tabLst>
                <a:tab algn="l" pos="0"/>
              </a:tabLst>
            </a:pPr>
            <a:r>
              <a:rPr b="1" lang="fr-FR" sz="1200" strike="noStrike" u="none">
                <a:solidFill>
                  <a:srgbClr val="ffffff"/>
                </a:solidFill>
                <a:uFillTx/>
                <a:latin typeface="Times New Roman"/>
                <a:ea typeface="Times New Roman"/>
              </a:rPr>
              <a:t>Cylindre 3 : Texture (T)</a:t>
            </a:r>
            <a:endParaRPr b="0" lang="fr-FR" sz="1200" strike="noStrike" u="none">
              <a:solidFill>
                <a:srgbClr val="ffffff"/>
              </a:solidFill>
              <a:uFillTx/>
              <a:latin typeface="Arial"/>
            </a:endParaRPr>
          </a:p>
          <a:p>
            <a:pPr marL="457200" indent="-228600" algn="just">
              <a:lnSpc>
                <a:spcPct val="100000"/>
              </a:lnSpc>
              <a:tabLst>
                <a:tab algn="l" pos="0"/>
              </a:tabLst>
            </a:pPr>
            <a:r>
              <a:rPr b="0" i="1" lang="fr-FR" sz="1200" strike="noStrike" u="none">
                <a:solidFill>
                  <a:srgbClr val="ffffff"/>
                </a:solidFill>
                <a:uFillTx/>
                <a:latin typeface="Times New Roman"/>
                <a:ea typeface="Times New Roman"/>
              </a:rPr>
              <a:t>Penicillium roqueforti</a:t>
            </a:r>
            <a:r>
              <a:rPr b="0" lang="fr-FR" sz="1200" strike="noStrike" u="none">
                <a:solidFill>
                  <a:srgbClr val="ffffff"/>
                </a:solidFill>
                <a:uFillTx/>
                <a:latin typeface="Times New Roman"/>
                <a:ea typeface="Times New Roman"/>
              </a:rPr>
              <a:t> : </a:t>
            </a:r>
            <a:r>
              <a:rPr b="1" lang="fr-FR" sz="1200" strike="noStrike" u="none">
                <a:solidFill>
                  <a:srgbClr val="ffffff"/>
                </a:solidFill>
                <a:uFillTx/>
                <a:latin typeface="Times New Roman"/>
                <a:ea typeface="Times New Roman"/>
              </a:rPr>
              <a:t>A = 1</a:t>
            </a:r>
            <a:r>
              <a:rPr b="0" lang="fr-FR" sz="1200" strike="noStrike" u="none">
                <a:solidFill>
                  <a:srgbClr val="ffffff"/>
                </a:solidFill>
                <a:uFillTx/>
                <a:latin typeface="Times New Roman"/>
                <a:ea typeface="Times New Roman"/>
              </a:rPr>
              <a:t>, </a:t>
            </a:r>
            <a:r>
              <a:rPr b="1" lang="fr-FR" sz="1200" strike="noStrike" u="none">
                <a:solidFill>
                  <a:srgbClr val="ffffff"/>
                </a:solidFill>
                <a:uFillTx/>
                <a:latin typeface="Times New Roman"/>
                <a:ea typeface="Times New Roman"/>
              </a:rPr>
              <a:t>R = 3</a:t>
            </a:r>
            <a:r>
              <a:rPr b="0" lang="fr-FR" sz="1200" strike="noStrike" u="none">
                <a:solidFill>
                  <a:srgbClr val="ffffff"/>
                </a:solidFill>
                <a:uFillTx/>
                <a:latin typeface="Times New Roman"/>
                <a:ea typeface="Times New Roman"/>
              </a:rPr>
              <a:t>, </a:t>
            </a:r>
            <a:r>
              <a:rPr b="1" lang="fr-FR" sz="1200" strike="noStrike" u="none">
                <a:solidFill>
                  <a:srgbClr val="ffffff"/>
                </a:solidFill>
                <a:uFillTx/>
                <a:latin typeface="Times New Roman"/>
                <a:ea typeface="Times New Roman"/>
              </a:rPr>
              <a:t>T = 5</a:t>
            </a:r>
            <a:endParaRPr b="0" lang="fr-FR" sz="1200" strike="noStrike" u="none">
              <a:solidFill>
                <a:srgbClr val="ffffff"/>
              </a:solidFill>
              <a:uFillTx/>
              <a:latin typeface="Arial"/>
            </a:endParaRPr>
          </a:p>
          <a:p>
            <a:pPr marL="457200" indent="-228600" algn="just">
              <a:lnSpc>
                <a:spcPct val="100000"/>
              </a:lnSpc>
              <a:tabLst>
                <a:tab algn="l" pos="0"/>
              </a:tabLst>
            </a:pPr>
            <a:r>
              <a:rPr b="0" i="1" lang="fr-FR" sz="1200" strike="noStrike" u="none">
                <a:solidFill>
                  <a:srgbClr val="ffffff"/>
                </a:solidFill>
                <a:uFillTx/>
                <a:latin typeface="Times New Roman"/>
                <a:ea typeface="Times New Roman"/>
              </a:rPr>
              <a:t>Geotrichum candidum</a:t>
            </a:r>
            <a:r>
              <a:rPr b="0" lang="fr-FR" sz="1200" strike="noStrike" u="none">
                <a:solidFill>
                  <a:srgbClr val="ffffff"/>
                </a:solidFill>
                <a:uFillTx/>
                <a:latin typeface="Times New Roman"/>
                <a:ea typeface="Times New Roman"/>
              </a:rPr>
              <a:t> : </a:t>
            </a:r>
            <a:r>
              <a:rPr b="1" lang="fr-FR" sz="1200" strike="noStrike" u="none">
                <a:solidFill>
                  <a:srgbClr val="ffffff"/>
                </a:solidFill>
                <a:uFillTx/>
                <a:latin typeface="Times New Roman"/>
                <a:ea typeface="Times New Roman"/>
              </a:rPr>
              <a:t>A = 2</a:t>
            </a:r>
            <a:r>
              <a:rPr b="0" lang="fr-FR" sz="1200" strike="noStrike" u="none">
                <a:solidFill>
                  <a:srgbClr val="ffffff"/>
                </a:solidFill>
                <a:uFillTx/>
                <a:latin typeface="Times New Roman"/>
                <a:ea typeface="Times New Roman"/>
              </a:rPr>
              <a:t>, </a:t>
            </a:r>
            <a:r>
              <a:rPr b="1" lang="fr-FR" sz="1200" strike="noStrike" u="none">
                <a:solidFill>
                  <a:srgbClr val="ffffff"/>
                </a:solidFill>
                <a:uFillTx/>
                <a:latin typeface="Times New Roman"/>
                <a:ea typeface="Times New Roman"/>
              </a:rPr>
              <a:t>R = 3</a:t>
            </a:r>
            <a:r>
              <a:rPr b="0" lang="fr-FR" sz="1200" strike="noStrike" u="none">
                <a:solidFill>
                  <a:srgbClr val="ffffff"/>
                </a:solidFill>
                <a:uFillTx/>
                <a:latin typeface="Times New Roman"/>
                <a:ea typeface="Times New Roman"/>
              </a:rPr>
              <a:t>, </a:t>
            </a:r>
            <a:r>
              <a:rPr b="1" lang="fr-FR" sz="1200" strike="noStrike" u="none">
                <a:solidFill>
                  <a:srgbClr val="ffffff"/>
                </a:solidFill>
                <a:uFillTx/>
                <a:latin typeface="Times New Roman"/>
                <a:ea typeface="Times New Roman"/>
              </a:rPr>
              <a:t>T = 4</a:t>
            </a:r>
            <a:endParaRPr b="0" lang="fr-FR" sz="1200" strike="noStrike" u="none">
              <a:solidFill>
                <a:srgbClr val="ffffff"/>
              </a:solidFill>
              <a:uFillTx/>
              <a:latin typeface="Arial"/>
            </a:endParaRPr>
          </a:p>
          <a:p>
            <a:pPr marL="457200" indent="-228600" algn="just">
              <a:lnSpc>
                <a:spcPct val="100000"/>
              </a:lnSpc>
              <a:tabLst>
                <a:tab algn="l" pos="0"/>
              </a:tabLst>
            </a:pPr>
            <a:r>
              <a:rPr b="0" i="1" lang="fr-FR" sz="1200" strike="noStrike" u="none">
                <a:solidFill>
                  <a:srgbClr val="ffffff"/>
                </a:solidFill>
                <a:uFillTx/>
                <a:latin typeface="Times New Roman"/>
                <a:ea typeface="Times New Roman"/>
              </a:rPr>
              <a:t>Penicillium camemberti</a:t>
            </a:r>
            <a:r>
              <a:rPr b="0" lang="fr-FR" sz="1200" strike="noStrike" u="none">
                <a:solidFill>
                  <a:srgbClr val="ffffff"/>
                </a:solidFill>
                <a:uFillTx/>
                <a:latin typeface="Times New Roman"/>
                <a:ea typeface="Times New Roman"/>
              </a:rPr>
              <a:t> : </a:t>
            </a:r>
            <a:r>
              <a:rPr b="1" lang="fr-FR" sz="1200" strike="noStrike" u="none">
                <a:solidFill>
                  <a:srgbClr val="ffffff"/>
                </a:solidFill>
                <a:uFillTx/>
                <a:latin typeface="Times New Roman"/>
                <a:ea typeface="Times New Roman"/>
              </a:rPr>
              <a:t>A = 2</a:t>
            </a:r>
            <a:r>
              <a:rPr b="0" lang="fr-FR" sz="1200" strike="noStrike" u="none">
                <a:solidFill>
                  <a:srgbClr val="ffffff"/>
                </a:solidFill>
                <a:uFillTx/>
                <a:latin typeface="Times New Roman"/>
                <a:ea typeface="Times New Roman"/>
              </a:rPr>
              <a:t>, </a:t>
            </a:r>
            <a:r>
              <a:rPr b="1" lang="fr-FR" sz="1200" strike="noStrike" u="none">
                <a:solidFill>
                  <a:srgbClr val="ffffff"/>
                </a:solidFill>
                <a:uFillTx/>
                <a:latin typeface="Times New Roman"/>
                <a:ea typeface="Times New Roman"/>
              </a:rPr>
              <a:t>R = 2</a:t>
            </a:r>
            <a:r>
              <a:rPr b="0" lang="fr-FR" sz="1200" strike="noStrike" u="none">
                <a:solidFill>
                  <a:srgbClr val="ffffff"/>
                </a:solidFill>
                <a:uFillTx/>
                <a:latin typeface="Times New Roman"/>
                <a:ea typeface="Times New Roman"/>
              </a:rPr>
              <a:t>, </a:t>
            </a:r>
            <a:r>
              <a:rPr b="1" lang="fr-FR" sz="1200" strike="noStrike" u="none">
                <a:solidFill>
                  <a:srgbClr val="ffffff"/>
                </a:solidFill>
                <a:uFillTx/>
                <a:latin typeface="Times New Roman"/>
                <a:ea typeface="Times New Roman"/>
              </a:rPr>
              <a:t>T = 5</a:t>
            </a:r>
            <a:endParaRPr b="0" lang="fr-FR" sz="1200" strike="noStrike" u="none">
              <a:solidFill>
                <a:srgbClr val="ffffff"/>
              </a:solidFill>
              <a:uFillTx/>
              <a:latin typeface="Arial"/>
            </a:endParaRPr>
          </a:p>
          <a:p>
            <a:pPr marL="457200" algn="just">
              <a:lnSpc>
                <a:spcPct val="100000"/>
              </a:lnSpc>
              <a:tabLst>
                <a:tab algn="l" pos="0"/>
              </a:tabLst>
            </a:pPr>
            <a:endParaRPr b="0" lang="fr-FR" sz="1200" strike="noStrike" u="none">
              <a:solidFill>
                <a:srgbClr val="ffffff"/>
              </a:solidFill>
              <a:uFillTx/>
              <a:latin typeface="Arial"/>
            </a:endParaRPr>
          </a:p>
          <a:p>
            <a:pPr marL="457200" algn="just">
              <a:lnSpc>
                <a:spcPct val="100000"/>
              </a:lnSpc>
              <a:tabLst>
                <a:tab algn="l" pos="0"/>
              </a:tabLst>
            </a:pPr>
            <a:r>
              <a:rPr b="1" lang="fr-FR" sz="1200" strike="noStrike" u="none">
                <a:solidFill>
                  <a:srgbClr val="ffffff"/>
                </a:solidFill>
                <a:uFillTx/>
                <a:latin typeface="Times New Roman"/>
                <a:ea typeface="Times New Roman"/>
              </a:rPr>
              <a:t>Les critères à respecter</a:t>
            </a:r>
            <a:endParaRPr b="0" lang="fr-FR" sz="1200" strike="noStrike" u="none">
              <a:solidFill>
                <a:srgbClr val="ffffff"/>
              </a:solidFill>
              <a:uFillTx/>
              <a:latin typeface="Arial"/>
            </a:endParaRPr>
          </a:p>
          <a:p>
            <a:pPr marL="457200" algn="just">
              <a:lnSpc>
                <a:spcPct val="100000"/>
              </a:lnSpc>
              <a:tabLst>
                <a:tab algn="l" pos="0"/>
              </a:tabLst>
            </a:pPr>
            <a:r>
              <a:rPr b="0" lang="fr-FR" sz="1200" strike="noStrike" u="none">
                <a:solidFill>
                  <a:srgbClr val="ffffff"/>
                </a:solidFill>
                <a:uFillTx/>
                <a:latin typeface="Times New Roman"/>
                <a:ea typeface="Times New Roman"/>
              </a:rPr>
              <a:t>Pour débloquer la machine, les joueurs doivent :</a:t>
            </a:r>
            <a:endParaRPr b="0" lang="fr-FR" sz="1200" strike="noStrike" u="none">
              <a:solidFill>
                <a:srgbClr val="ffffff"/>
              </a:solidFill>
              <a:uFillTx/>
              <a:latin typeface="Arial"/>
            </a:endParaRPr>
          </a:p>
          <a:p>
            <a:pPr marL="457200" indent="-228600" algn="just">
              <a:lnSpc>
                <a:spcPct val="100000"/>
              </a:lnSpc>
              <a:tabLst>
                <a:tab algn="l" pos="0"/>
              </a:tabLst>
            </a:pPr>
            <a:r>
              <a:rPr b="0" lang="fr-FR" sz="1200" strike="noStrike" u="none">
                <a:solidFill>
                  <a:srgbClr val="ffffff"/>
                </a:solidFill>
                <a:uFillTx/>
                <a:latin typeface="Times New Roman"/>
                <a:ea typeface="Times New Roman"/>
              </a:rPr>
              <a:t>Obtenir une </a:t>
            </a:r>
            <a:r>
              <a:rPr b="1" lang="fr-FR" sz="1200" strike="noStrike" u="none">
                <a:solidFill>
                  <a:srgbClr val="ffffff"/>
                </a:solidFill>
                <a:uFillTx/>
                <a:latin typeface="Times New Roman"/>
                <a:ea typeface="Times New Roman"/>
              </a:rPr>
              <a:t>acidité totale (A)</a:t>
            </a:r>
            <a:r>
              <a:rPr b="0" lang="fr-FR" sz="1200" strike="noStrike" u="none">
                <a:solidFill>
                  <a:srgbClr val="ffffff"/>
                </a:solidFill>
                <a:uFillTx/>
                <a:latin typeface="Times New Roman"/>
                <a:ea typeface="Times New Roman"/>
              </a:rPr>
              <a:t> de </a:t>
            </a:r>
            <a:r>
              <a:rPr b="1" lang="fr-FR" sz="1200" strike="noStrike" u="none">
                <a:solidFill>
                  <a:srgbClr val="ffffff"/>
                </a:solidFill>
                <a:uFillTx/>
                <a:latin typeface="Times New Roman"/>
                <a:ea typeface="Times New Roman"/>
              </a:rPr>
              <a:t>6</a:t>
            </a:r>
            <a:r>
              <a:rPr b="0" lang="fr-FR" sz="1200" strike="noStrike" u="none">
                <a:solidFill>
                  <a:srgbClr val="ffffff"/>
                </a:solidFill>
                <a:uFillTx/>
                <a:latin typeface="Times New Roman"/>
                <a:ea typeface="Times New Roman"/>
              </a:rPr>
              <a:t>.</a:t>
            </a:r>
            <a:endParaRPr b="0" lang="fr-FR" sz="1200" strike="noStrike" u="none">
              <a:solidFill>
                <a:srgbClr val="ffffff"/>
              </a:solidFill>
              <a:uFillTx/>
              <a:latin typeface="Arial"/>
            </a:endParaRPr>
          </a:p>
          <a:p>
            <a:pPr marL="457200" indent="-228600" algn="just">
              <a:lnSpc>
                <a:spcPct val="100000"/>
              </a:lnSpc>
              <a:tabLst>
                <a:tab algn="l" pos="0"/>
              </a:tabLst>
            </a:pPr>
            <a:r>
              <a:rPr b="0" lang="fr-FR" sz="1200" strike="noStrike" u="none">
                <a:solidFill>
                  <a:srgbClr val="ffffff"/>
                </a:solidFill>
                <a:uFillTx/>
                <a:latin typeface="Times New Roman"/>
                <a:ea typeface="Times New Roman"/>
              </a:rPr>
              <a:t>Obtenir des </a:t>
            </a:r>
            <a:r>
              <a:rPr b="1" lang="fr-FR" sz="1200" strike="noStrike" u="none">
                <a:solidFill>
                  <a:srgbClr val="ffffff"/>
                </a:solidFill>
                <a:uFillTx/>
                <a:latin typeface="Times New Roman"/>
                <a:ea typeface="Times New Roman"/>
              </a:rPr>
              <a:t>arômes (R)</a:t>
            </a:r>
            <a:r>
              <a:rPr b="0" lang="fr-FR" sz="1200" strike="noStrike" u="none">
                <a:solidFill>
                  <a:srgbClr val="ffffff"/>
                </a:solidFill>
                <a:uFillTx/>
                <a:latin typeface="Times New Roman"/>
                <a:ea typeface="Times New Roman"/>
              </a:rPr>
              <a:t> d’au moins </a:t>
            </a:r>
            <a:r>
              <a:rPr b="1" lang="fr-FR" sz="1200" strike="noStrike" u="none">
                <a:solidFill>
                  <a:srgbClr val="ffffff"/>
                </a:solidFill>
                <a:uFillTx/>
                <a:latin typeface="Times New Roman"/>
                <a:ea typeface="Times New Roman"/>
              </a:rPr>
              <a:t>11</a:t>
            </a:r>
            <a:r>
              <a:rPr b="0" lang="fr-FR" sz="1200" strike="noStrike" u="none">
                <a:solidFill>
                  <a:srgbClr val="ffffff"/>
                </a:solidFill>
                <a:uFillTx/>
                <a:latin typeface="Times New Roman"/>
                <a:ea typeface="Times New Roman"/>
              </a:rPr>
              <a:t>.</a:t>
            </a:r>
            <a:endParaRPr b="0" lang="fr-FR" sz="1200" strike="noStrike" u="none">
              <a:solidFill>
                <a:srgbClr val="ffffff"/>
              </a:solidFill>
              <a:uFillTx/>
              <a:latin typeface="Arial"/>
            </a:endParaRPr>
          </a:p>
          <a:p>
            <a:pPr marL="457200" indent="-228600" algn="just">
              <a:lnSpc>
                <a:spcPct val="100000"/>
              </a:lnSpc>
              <a:tabLst>
                <a:tab algn="l" pos="0"/>
              </a:tabLst>
            </a:pPr>
            <a:r>
              <a:rPr b="0" lang="fr-FR" sz="1200" strike="noStrike" u="none">
                <a:solidFill>
                  <a:srgbClr val="ffffff"/>
                </a:solidFill>
                <a:uFillTx/>
                <a:latin typeface="Times New Roman"/>
                <a:ea typeface="Times New Roman"/>
              </a:rPr>
              <a:t>Obtenir une </a:t>
            </a:r>
            <a:r>
              <a:rPr b="1" lang="fr-FR" sz="1200" strike="noStrike" u="none">
                <a:solidFill>
                  <a:srgbClr val="ffffff"/>
                </a:solidFill>
                <a:uFillTx/>
                <a:latin typeface="Times New Roman"/>
                <a:ea typeface="Times New Roman"/>
              </a:rPr>
              <a:t>texture (T)</a:t>
            </a:r>
            <a:r>
              <a:rPr b="0" lang="fr-FR" sz="1200" strike="noStrike" u="none">
                <a:solidFill>
                  <a:srgbClr val="ffffff"/>
                </a:solidFill>
                <a:uFillTx/>
                <a:latin typeface="Times New Roman"/>
                <a:ea typeface="Times New Roman"/>
              </a:rPr>
              <a:t> comprise entre </a:t>
            </a:r>
            <a:r>
              <a:rPr b="1" lang="fr-FR" sz="1200" strike="noStrike" u="none">
                <a:solidFill>
                  <a:srgbClr val="ffffff"/>
                </a:solidFill>
                <a:uFillTx/>
                <a:latin typeface="Times New Roman"/>
                <a:ea typeface="Times New Roman"/>
              </a:rPr>
              <a:t>9 et 12</a:t>
            </a:r>
            <a:endParaRPr b="0" lang="fr-FR" sz="1200" strike="noStrike" u="none">
              <a:solidFill>
                <a:srgbClr val="ffffff"/>
              </a:solidFill>
              <a:uFillTx/>
              <a:latin typeface="Arial"/>
            </a:endParaRPr>
          </a:p>
          <a:p>
            <a:pPr marL="457200" indent="-228600" algn="just">
              <a:lnSpc>
                <a:spcPct val="100000"/>
              </a:lnSpc>
              <a:tabLst>
                <a:tab algn="l" pos="0"/>
              </a:tabLst>
            </a:pPr>
            <a:r>
              <a:rPr b="1" lang="fr-FR" sz="1200" strike="noStrike" u="none">
                <a:solidFill>
                  <a:srgbClr val="ffffff"/>
                </a:solidFill>
                <a:uFillTx/>
                <a:latin typeface="Times New Roman"/>
                <a:ea typeface="Times New Roman"/>
              </a:rPr>
              <a:t>Prenez la carte N°8</a:t>
            </a:r>
            <a:endParaRPr b="0" lang="fr-FR" sz="12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6" name="" descr=""/>
          <p:cNvPicPr/>
          <p:nvPr/>
        </p:nvPicPr>
        <p:blipFill>
          <a:blip r:embed="rId1"/>
          <a:stretch/>
        </p:blipFill>
        <p:spPr>
          <a:xfrm>
            <a:off x="0" y="0"/>
            <a:ext cx="5142600" cy="9142920"/>
          </a:xfrm>
          <a:prstGeom prst="rect">
            <a:avLst/>
          </a:prstGeom>
          <a:noFill/>
          <a:ln w="0">
            <a:noFill/>
          </a:ln>
        </p:spPr>
      </p:pic>
      <p:sp>
        <p:nvSpPr>
          <p:cNvPr id="187" name=""/>
          <p:cNvSpPr/>
          <p:nvPr/>
        </p:nvSpPr>
        <p:spPr>
          <a:xfrm>
            <a:off x="0" y="0"/>
            <a:ext cx="898920" cy="1451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fr-FR" sz="9600" strike="noStrike" u="none">
                <a:solidFill>
                  <a:srgbClr val="ffd428"/>
                </a:solidFill>
                <a:uFillTx/>
                <a:latin typeface="Arial"/>
              </a:rPr>
              <a:t>8</a:t>
            </a:r>
            <a:endParaRPr b="0" lang="fr-FR" sz="96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8" name="" descr=""/>
          <p:cNvPicPr/>
          <p:nvPr/>
        </p:nvPicPr>
        <p:blipFill>
          <a:blip r:embed="rId1"/>
          <a:stretch/>
        </p:blipFill>
        <p:spPr>
          <a:xfrm>
            <a:off x="360" y="0"/>
            <a:ext cx="5143320" cy="9144000"/>
          </a:xfrm>
          <a:prstGeom prst="rect">
            <a:avLst/>
          </a:prstGeom>
          <a:noFill/>
          <a:ln w="0">
            <a:noFill/>
          </a:ln>
        </p:spPr>
      </p:pic>
      <p:sp>
        <p:nvSpPr>
          <p:cNvPr id="189" name="Bulle narrative : rectangle à coins arrondis 10"/>
          <p:cNvSpPr/>
          <p:nvPr/>
        </p:nvSpPr>
        <p:spPr>
          <a:xfrm>
            <a:off x="124560" y="0"/>
            <a:ext cx="4893120" cy="8881560"/>
          </a:xfrm>
          <a:prstGeom prst="wedgeRoundRectCallout">
            <a:avLst>
              <a:gd name="adj1" fmla="val 19961"/>
              <a:gd name="adj2" fmla="val -49783"/>
              <a:gd name="adj3" fmla="val 16667"/>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rIns="90000" tIns="45000" bIns="45000" anchor="t">
            <a:noAutofit/>
          </a:bodyPr>
          <a:p>
            <a:pPr>
              <a:lnSpc>
                <a:spcPct val="100000"/>
              </a:lnSpc>
            </a:pPr>
            <a:r>
              <a:rPr b="1" lang="fr-FR" sz="1400" strike="noStrike" u="none">
                <a:solidFill>
                  <a:srgbClr val="ffffff"/>
                </a:solidFill>
                <a:uFillTx/>
                <a:latin typeface="Times New Roman"/>
                <a:ea typeface="Times New Roman"/>
              </a:rPr>
              <a:t>Les conditions parfaites pour la production du Galactiformage ont été perdues lorsque l'Empire Bel imposa ses règles. Mais parmi les montagnes sacrées de Fromacron-6, une machine ancienne demeure, oubliée, pourtant capable de restaurer l’équilibre. Pour que le lait prenne son goût légendaire, il te faut maîtriser les trois clés du secret climatique : température, humidité et pression. Retrouve la phrase pour connâitre les conditions optimales aux Galacornes.</a:t>
            </a:r>
            <a:endParaRPr b="0" lang="fr-FR" sz="1400" strike="noStrike" u="none">
              <a:solidFill>
                <a:srgbClr val="ffffff"/>
              </a:solidFill>
              <a:uFillTx/>
              <a:latin typeface="Times New Roman"/>
              <a:ea typeface="Times New Roman"/>
            </a:endParaRPr>
          </a:p>
          <a:p>
            <a:pPr>
              <a:lnSpc>
                <a:spcPct val="100000"/>
              </a:lnSpc>
            </a:pPr>
            <a:r>
              <a:rPr b="1" lang="fr-FR" sz="1400" strike="noStrike" u="none">
                <a:solidFill>
                  <a:srgbClr val="ffffff"/>
                </a:solidFill>
                <a:uFillTx/>
                <a:latin typeface="Times New Roman"/>
                <a:ea typeface="Times New Roman"/>
              </a:rPr>
              <a:t>Vous avez 2 options :</a:t>
            </a:r>
            <a:endParaRPr b="0" lang="fr-FR" sz="1400" strike="noStrike" u="none">
              <a:solidFill>
                <a:srgbClr val="ffffff"/>
              </a:solidFill>
              <a:uFillTx/>
              <a:latin typeface="Times New Roman"/>
              <a:ea typeface="Times New Roman"/>
            </a:endParaRPr>
          </a:p>
          <a:p>
            <a:pPr>
              <a:lnSpc>
                <a:spcPct val="100000"/>
              </a:lnSpc>
            </a:pPr>
            <a:endParaRPr b="0" lang="fr-FR" sz="1400" strike="noStrike" u="none">
              <a:solidFill>
                <a:srgbClr val="ffffff"/>
              </a:solidFill>
              <a:uFillTx/>
              <a:latin typeface="Times New Roman"/>
              <a:ea typeface="Times New Roman"/>
            </a:endParaRPr>
          </a:p>
          <a:p>
            <a:pPr>
              <a:lnSpc>
                <a:spcPct val="100000"/>
              </a:lnSpc>
            </a:pPr>
            <a:r>
              <a:rPr b="1" lang="fr-FR" sz="1400" strike="noStrike" u="none">
                <a:solidFill>
                  <a:srgbClr val="ffffff"/>
                </a:solidFill>
                <a:uFillTx/>
                <a:latin typeface="Times New Roman"/>
                <a:ea typeface="Times New Roman"/>
              </a:rPr>
              <a:t>-climat modéré, atmosphère humide, pression forte</a:t>
            </a:r>
            <a:endParaRPr b="0" lang="fr-FR" sz="1400" strike="noStrike" u="none">
              <a:solidFill>
                <a:srgbClr val="ffffff"/>
              </a:solidFill>
              <a:uFillTx/>
              <a:latin typeface="Times New Roman"/>
              <a:ea typeface="Times New Roman"/>
            </a:endParaRPr>
          </a:p>
          <a:p>
            <a:pPr>
              <a:lnSpc>
                <a:spcPct val="100000"/>
              </a:lnSpc>
            </a:pPr>
            <a:endParaRPr b="0" lang="fr-FR" sz="1400" strike="noStrike" u="none">
              <a:solidFill>
                <a:srgbClr val="ffffff"/>
              </a:solidFill>
              <a:uFillTx/>
              <a:latin typeface="Times New Roman"/>
              <a:ea typeface="Times New Roman"/>
            </a:endParaRPr>
          </a:p>
          <a:p>
            <a:pPr>
              <a:lnSpc>
                <a:spcPct val="100000"/>
              </a:lnSpc>
            </a:pPr>
            <a:r>
              <a:rPr b="1" lang="fr-FR" sz="1400" strike="noStrike" u="none">
                <a:solidFill>
                  <a:srgbClr val="ffffff"/>
                </a:solidFill>
                <a:uFillTx/>
                <a:latin typeface="Times New Roman"/>
                <a:ea typeface="Times New Roman"/>
              </a:rPr>
              <a:t>-climat doux, air sec, pression douce</a:t>
            </a:r>
            <a:endParaRPr b="0" lang="fr-FR" sz="1400" strike="noStrike" u="none">
              <a:solidFill>
                <a:srgbClr val="ffffff"/>
              </a:solidFill>
              <a:uFillTx/>
              <a:latin typeface="Times New Roman"/>
              <a:ea typeface="Times New Roman"/>
            </a:endParaRPr>
          </a:p>
          <a:p>
            <a:pPr>
              <a:lnSpc>
                <a:spcPct val="100000"/>
              </a:lnSpc>
            </a:pPr>
            <a:r>
              <a:rPr b="1" lang="fr-FR" sz="1400" strike="noStrike" u="none">
                <a:solidFill>
                  <a:srgbClr val="ffffff"/>
                </a:solidFill>
                <a:uFillTx/>
                <a:latin typeface="Times New Roman"/>
                <a:ea typeface="Times New Roman"/>
              </a:rPr>
              <a:t>Si vous pensez avoir trouver la réponse, prenez la carte N°9</a:t>
            </a:r>
            <a:endParaRPr b="0" lang="fr-FR" sz="1400" strike="noStrike" u="none">
              <a:solidFill>
                <a:srgbClr val="ffffff"/>
              </a:solidFill>
              <a:uFillTx/>
              <a:latin typeface="Times New Roman"/>
              <a:ea typeface="Times New Roman"/>
            </a:endParaRPr>
          </a:p>
        </p:txBody>
      </p:sp>
      <p:pic>
        <p:nvPicPr>
          <p:cNvPr id="190" name="" descr=""/>
          <p:cNvPicPr/>
          <p:nvPr/>
        </p:nvPicPr>
        <p:blipFill>
          <a:blip r:embed="rId2"/>
          <a:stretch/>
        </p:blipFill>
        <p:spPr>
          <a:xfrm>
            <a:off x="124560" y="3960000"/>
            <a:ext cx="4893120" cy="468000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1" name="" descr=""/>
          <p:cNvPicPr/>
          <p:nvPr/>
        </p:nvPicPr>
        <p:blipFill>
          <a:blip r:embed="rId1"/>
          <a:stretch/>
        </p:blipFill>
        <p:spPr>
          <a:xfrm>
            <a:off x="0" y="0"/>
            <a:ext cx="5142600" cy="9142920"/>
          </a:xfrm>
          <a:prstGeom prst="rect">
            <a:avLst/>
          </a:prstGeom>
          <a:noFill/>
          <a:ln w="0">
            <a:noFill/>
          </a:ln>
        </p:spPr>
      </p:pic>
      <p:sp>
        <p:nvSpPr>
          <p:cNvPr id="192" name=""/>
          <p:cNvSpPr/>
          <p:nvPr/>
        </p:nvSpPr>
        <p:spPr>
          <a:xfrm>
            <a:off x="0" y="0"/>
            <a:ext cx="898920" cy="1451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fr-FR" sz="9600" strike="noStrike" u="none">
                <a:solidFill>
                  <a:srgbClr val="ffd428"/>
                </a:solidFill>
                <a:uFillTx/>
                <a:latin typeface="Arial"/>
              </a:rPr>
              <a:t>9</a:t>
            </a:r>
            <a:endParaRPr b="0" lang="fr-FR" sz="96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3" name="" descr=""/>
          <p:cNvPicPr/>
          <p:nvPr/>
        </p:nvPicPr>
        <p:blipFill>
          <a:blip r:embed="rId1"/>
          <a:stretch/>
        </p:blipFill>
        <p:spPr>
          <a:xfrm>
            <a:off x="360" y="0"/>
            <a:ext cx="5143320" cy="9144000"/>
          </a:xfrm>
          <a:prstGeom prst="rect">
            <a:avLst/>
          </a:prstGeom>
          <a:noFill/>
          <a:ln w="0">
            <a:noFill/>
          </a:ln>
        </p:spPr>
      </p:pic>
      <p:sp>
        <p:nvSpPr>
          <p:cNvPr id="194" name="Bulle narrative : rectangle à coins arrondis 11"/>
          <p:cNvSpPr/>
          <p:nvPr/>
        </p:nvSpPr>
        <p:spPr>
          <a:xfrm>
            <a:off x="146880" y="7380000"/>
            <a:ext cx="4893120" cy="1620000"/>
          </a:xfrm>
          <a:prstGeom prst="wedgeRoundRectCallout">
            <a:avLst>
              <a:gd name="adj1" fmla="val 19961"/>
              <a:gd name="adj2" fmla="val -49783"/>
              <a:gd name="adj3" fmla="val 16667"/>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rIns="90000" tIns="45000" bIns="45000" anchor="t">
            <a:noAutofit/>
          </a:bodyPr>
          <a:p>
            <a:pPr>
              <a:lnSpc>
                <a:spcPct val="100000"/>
              </a:lnSpc>
            </a:pPr>
            <a:r>
              <a:rPr b="1" lang="fr-FR" sz="1400" strike="noStrike" u="none">
                <a:solidFill>
                  <a:srgbClr val="ffffff"/>
                </a:solidFill>
                <a:uFillTx/>
                <a:latin typeface="Times New Roman"/>
                <a:ea typeface="Times New Roman"/>
              </a:rPr>
              <a:t>Vous avez 2 options :</a:t>
            </a:r>
            <a:endParaRPr b="0" lang="fr-FR" sz="1400" strike="noStrike" u="none">
              <a:solidFill>
                <a:srgbClr val="ffffff"/>
              </a:solidFill>
              <a:uFillTx/>
              <a:latin typeface="Times New Roman"/>
              <a:ea typeface="Times New Roman"/>
            </a:endParaRPr>
          </a:p>
          <a:p>
            <a:pPr>
              <a:lnSpc>
                <a:spcPct val="100000"/>
              </a:lnSpc>
            </a:pPr>
            <a:endParaRPr b="0" lang="fr-FR" sz="1400" strike="noStrike" u="none">
              <a:solidFill>
                <a:srgbClr val="ffffff"/>
              </a:solidFill>
              <a:uFillTx/>
              <a:latin typeface="Times New Roman"/>
              <a:ea typeface="Times New Roman"/>
            </a:endParaRPr>
          </a:p>
          <a:p>
            <a:pPr>
              <a:lnSpc>
                <a:spcPct val="100000"/>
              </a:lnSpc>
            </a:pPr>
            <a:r>
              <a:rPr b="1" lang="fr-FR" sz="1400" strike="noStrike" u="none">
                <a:solidFill>
                  <a:srgbClr val="ffffff"/>
                </a:solidFill>
                <a:uFillTx/>
                <a:latin typeface="Times New Roman"/>
                <a:ea typeface="Times New Roman"/>
              </a:rPr>
              <a:t>-climat modéré, atmosphère humide, pression forte, reprenez la carte N°8</a:t>
            </a:r>
            <a:endParaRPr b="0" lang="fr-FR" sz="1400" strike="noStrike" u="none">
              <a:solidFill>
                <a:srgbClr val="ffffff"/>
              </a:solidFill>
              <a:uFillTx/>
              <a:latin typeface="Times New Roman"/>
              <a:ea typeface="Times New Roman"/>
            </a:endParaRPr>
          </a:p>
          <a:p>
            <a:pPr>
              <a:lnSpc>
                <a:spcPct val="100000"/>
              </a:lnSpc>
            </a:pPr>
            <a:endParaRPr b="0" lang="fr-FR" sz="1400" strike="noStrike" u="none">
              <a:solidFill>
                <a:srgbClr val="ffffff"/>
              </a:solidFill>
              <a:uFillTx/>
              <a:latin typeface="Times New Roman"/>
              <a:ea typeface="Times New Roman"/>
            </a:endParaRPr>
          </a:p>
          <a:p>
            <a:pPr>
              <a:lnSpc>
                <a:spcPct val="100000"/>
              </a:lnSpc>
            </a:pPr>
            <a:r>
              <a:rPr b="1" lang="fr-FR" sz="1400" strike="noStrike" u="none">
                <a:solidFill>
                  <a:srgbClr val="ffffff"/>
                </a:solidFill>
                <a:uFillTx/>
                <a:latin typeface="Times New Roman"/>
                <a:ea typeface="Times New Roman"/>
              </a:rPr>
              <a:t>-climat doux, air sec, pression douce prenez la carte N°10</a:t>
            </a:r>
            <a:endParaRPr b="0" lang="fr-FR" sz="1400" strike="noStrike" u="none">
              <a:solidFill>
                <a:srgbClr val="ffffff"/>
              </a:solidFill>
              <a:uFillTx/>
              <a:latin typeface="Times New Roman"/>
              <a:ea typeface="Times New Roman"/>
            </a:endParaRPr>
          </a:p>
          <a:p>
            <a:pPr>
              <a:lnSpc>
                <a:spcPct val="100000"/>
              </a:lnSpc>
            </a:pPr>
            <a:endParaRPr b="0" lang="fr-FR" sz="1200" strike="noStrike" u="none">
              <a:solidFill>
                <a:srgbClr val="ffffff"/>
              </a:solidFill>
              <a:uFillTx/>
              <a:latin typeface="Times New Roman"/>
              <a:ea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5" name="" descr=""/>
          <p:cNvPicPr/>
          <p:nvPr/>
        </p:nvPicPr>
        <p:blipFill>
          <a:blip r:embed="rId1"/>
          <a:stretch/>
        </p:blipFill>
        <p:spPr>
          <a:xfrm>
            <a:off x="0" y="0"/>
            <a:ext cx="5142600" cy="9142920"/>
          </a:xfrm>
          <a:prstGeom prst="rect">
            <a:avLst/>
          </a:prstGeom>
          <a:noFill/>
          <a:ln w="0">
            <a:noFill/>
          </a:ln>
        </p:spPr>
      </p:pic>
      <p:sp>
        <p:nvSpPr>
          <p:cNvPr id="196" name=""/>
          <p:cNvSpPr/>
          <p:nvPr/>
        </p:nvSpPr>
        <p:spPr>
          <a:xfrm>
            <a:off x="0" y="0"/>
            <a:ext cx="1620000" cy="1451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fr-FR" sz="9600" strike="noStrike" u="none">
                <a:solidFill>
                  <a:srgbClr val="ffd428"/>
                </a:solidFill>
                <a:uFillTx/>
                <a:latin typeface="Arial"/>
              </a:rPr>
              <a:t>10</a:t>
            </a:r>
            <a:endParaRPr b="0" lang="fr-FR" sz="96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7" name="" descr=""/>
          <p:cNvPicPr/>
          <p:nvPr/>
        </p:nvPicPr>
        <p:blipFill>
          <a:blip r:embed="rId1"/>
          <a:stretch/>
        </p:blipFill>
        <p:spPr>
          <a:xfrm>
            <a:off x="360" y="0"/>
            <a:ext cx="5143320" cy="9144000"/>
          </a:xfrm>
          <a:prstGeom prst="rect">
            <a:avLst/>
          </a:prstGeom>
          <a:noFill/>
          <a:ln w="0">
            <a:noFill/>
          </a:ln>
        </p:spPr>
      </p:pic>
      <p:sp>
        <p:nvSpPr>
          <p:cNvPr id="198" name="Bulle narrative : rectangle à coins arrondis 12"/>
          <p:cNvSpPr/>
          <p:nvPr/>
        </p:nvSpPr>
        <p:spPr>
          <a:xfrm>
            <a:off x="147240" y="5580000"/>
            <a:ext cx="4893120" cy="3420360"/>
          </a:xfrm>
          <a:prstGeom prst="wedgeRoundRectCallout">
            <a:avLst>
              <a:gd name="adj1" fmla="val 19961"/>
              <a:gd name="adj2" fmla="val -49783"/>
              <a:gd name="adj3" fmla="val 16667"/>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r>
              <a:rPr b="1" lang="fr-FR" sz="1400" strike="noStrike" u="none">
                <a:solidFill>
                  <a:srgbClr val="ffffff"/>
                </a:solidFill>
                <a:uFillTx/>
                <a:latin typeface="Times New Roman"/>
                <a:ea typeface="Times New Roman"/>
              </a:rPr>
              <a:t>Après avoir rétabli l’équilibre des conditions climatiques et redonné sa saveur légendaire au </a:t>
            </a:r>
            <a:r>
              <a:rPr b="0" lang="fr-FR" sz="1400" strike="noStrike" u="none">
                <a:solidFill>
                  <a:srgbClr val="ffffff"/>
                </a:solidFill>
                <a:uFillTx/>
                <a:latin typeface="Times New Roman"/>
                <a:ea typeface="Times New Roman"/>
              </a:rPr>
              <a:t>Galactiformage</a:t>
            </a:r>
            <a:r>
              <a:rPr b="1" lang="fr-FR" sz="1400" strike="noStrike" u="none">
                <a:solidFill>
                  <a:srgbClr val="ffffff"/>
                </a:solidFill>
                <a:uFillTx/>
                <a:latin typeface="Times New Roman"/>
                <a:ea typeface="Times New Roman"/>
              </a:rPr>
              <a:t>, la planète </a:t>
            </a:r>
            <a:r>
              <a:rPr b="0" lang="fr-FR" sz="1400" strike="noStrike" u="none">
                <a:solidFill>
                  <a:srgbClr val="ffffff"/>
                </a:solidFill>
                <a:uFillTx/>
                <a:latin typeface="Times New Roman"/>
                <a:ea typeface="Times New Roman"/>
              </a:rPr>
              <a:t>Fromacron-6</a:t>
            </a:r>
            <a:r>
              <a:rPr b="1" lang="fr-FR" sz="1400" strike="noStrike" u="none">
                <a:solidFill>
                  <a:srgbClr val="ffffff"/>
                </a:solidFill>
                <a:uFillTx/>
                <a:latin typeface="Times New Roman"/>
                <a:ea typeface="Times New Roman"/>
              </a:rPr>
              <a:t> retrouve sa prospérité. Les villageois, reconnaissants, offrent aux héros le </a:t>
            </a:r>
            <a:r>
              <a:rPr b="0" lang="fr-FR" sz="1400" strike="noStrike" u="none">
                <a:solidFill>
                  <a:srgbClr val="ffffff"/>
                </a:solidFill>
                <a:uFillTx/>
                <a:latin typeface="Times New Roman"/>
                <a:ea typeface="Times New Roman"/>
              </a:rPr>
              <a:t>Cristal Lactique</a:t>
            </a:r>
            <a:r>
              <a:rPr b="1" lang="fr-FR" sz="1400" strike="noStrike" u="none">
                <a:solidFill>
                  <a:srgbClr val="ffffff"/>
                </a:solidFill>
                <a:uFillTx/>
                <a:latin typeface="Times New Roman"/>
                <a:ea typeface="Times New Roman"/>
              </a:rPr>
              <a:t>, un artefact ancien qui détient le secret des fromages ultimes. En quittant la planète, les héros se dirigent vers la mystérieuse </a:t>
            </a:r>
            <a:r>
              <a:rPr b="0" lang="fr-FR" sz="1400" strike="noStrike" u="none">
                <a:solidFill>
                  <a:srgbClr val="ffffff"/>
                </a:solidFill>
                <a:uFillTx/>
                <a:latin typeface="Times New Roman"/>
                <a:ea typeface="Times New Roman"/>
              </a:rPr>
              <a:t>Planète de la Coagulation</a:t>
            </a:r>
            <a:r>
              <a:rPr b="1" lang="fr-FR" sz="1400" strike="noStrike" u="none">
                <a:solidFill>
                  <a:srgbClr val="ffffff"/>
                </a:solidFill>
                <a:uFillTx/>
                <a:latin typeface="Times New Roman"/>
                <a:ea typeface="Times New Roman"/>
              </a:rPr>
              <a:t>, où le Cristal Lactique pourrait détenir la clé pour déjouer les plans de l'Empire Babybel et sauver toute la galaxie du contrôle totalitaire du fromage.</a:t>
            </a:r>
            <a:endParaRPr b="0" lang="fr-FR" sz="1400" strike="noStrike" u="none">
              <a:solidFill>
                <a:srgbClr val="ffffff"/>
              </a:solidFill>
              <a:uFillTx/>
              <a:latin typeface="Arial"/>
            </a:endParaRPr>
          </a:p>
          <a:p>
            <a:pPr>
              <a:lnSpc>
                <a:spcPct val="100000"/>
              </a:lnSpc>
            </a:pPr>
            <a:endParaRPr b="0" lang="fr-FR" sz="1200" strike="noStrike" u="none">
              <a:solidFill>
                <a:srgbClr val="ffffff"/>
              </a:solidFill>
              <a:uFillTx/>
              <a:latin typeface="Times New Roman"/>
              <a:ea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8.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9.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0.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1.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2.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3.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4.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5.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6.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7.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8.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9.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0.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126</TotalTime>
  <Application>LibreOffice/24.8.4.2$Windows_X86_64 LibreOffice_project/bb3cfa12c7b1bf994ecc5649a80400d06cd71002</Application>
  <AppVersion>15.0000</AppVersion>
  <Words>1387</Words>
  <Paragraphs>103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2024-12-30T10:40:24Z</dcterms:created>
  <dc:creator>Armand QUINQUIS</dc:creator>
  <dc:description/>
  <dc:language>fr-FR</dc:language>
  <cp:lastModifiedBy/>
  <dcterms:modified xsi:type="dcterms:W3CDTF">2025-01-20T16:23:06Z</dcterms:modified>
  <cp:revision>20</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Affichage à l'écran (16:9)</vt:lpwstr>
  </property>
  <property fmtid="{D5CDD505-2E9C-101B-9397-08002B2CF9AE}" pid="3" name="Slides">
    <vt:i4>42</vt:i4>
  </property>
</Properties>
</file>