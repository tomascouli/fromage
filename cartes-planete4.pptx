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2"/>
  </p:notesMasterIdLst>
  <p:sldIdLst>
    <p:sldId id="256" r:id="rId2"/>
    <p:sldId id="299" r:id="rId3"/>
    <p:sldId id="300" r:id="rId4"/>
    <p:sldId id="258" r:id="rId5"/>
    <p:sldId id="302" r:id="rId6"/>
    <p:sldId id="301" r:id="rId7"/>
    <p:sldId id="303" r:id="rId8"/>
    <p:sldId id="304" r:id="rId9"/>
    <p:sldId id="305" r:id="rId10"/>
    <p:sldId id="306" r:id="rId11"/>
    <p:sldId id="307" r:id="rId12"/>
    <p:sldId id="308" r:id="rId13"/>
    <p:sldId id="309" r:id="rId14"/>
    <p:sldId id="310" r:id="rId15"/>
    <p:sldId id="311" r:id="rId16"/>
    <p:sldId id="312" r:id="rId17"/>
    <p:sldId id="313" r:id="rId18"/>
    <p:sldId id="314" r:id="rId19"/>
    <p:sldId id="315" r:id="rId20"/>
    <p:sldId id="320" r:id="rId21"/>
    <p:sldId id="316" r:id="rId22"/>
    <p:sldId id="321" r:id="rId23"/>
    <p:sldId id="317" r:id="rId24"/>
    <p:sldId id="322" r:id="rId25"/>
    <p:sldId id="318" r:id="rId26"/>
    <p:sldId id="323" r:id="rId27"/>
    <p:sldId id="324" r:id="rId28"/>
    <p:sldId id="325" r:id="rId29"/>
    <p:sldId id="326" r:id="rId30"/>
    <p:sldId id="327" r:id="rId31"/>
    <p:sldId id="328" r:id="rId32"/>
    <p:sldId id="329" r:id="rId33"/>
    <p:sldId id="330" r:id="rId34"/>
    <p:sldId id="331" r:id="rId35"/>
    <p:sldId id="332" r:id="rId36"/>
    <p:sldId id="261" r:id="rId37"/>
    <p:sldId id="333" r:id="rId38"/>
    <p:sldId id="335" r:id="rId39"/>
    <p:sldId id="334" r:id="rId40"/>
    <p:sldId id="282" r:id="rId41"/>
  </p:sldIdLst>
  <p:sldSz cx="5143500" cy="9144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2A3E"/>
    <a:srgbClr val="031A3C"/>
    <a:srgbClr val="293649"/>
    <a:srgbClr val="31271B"/>
    <a:srgbClr val="01010D"/>
    <a:srgbClr val="312823"/>
    <a:srgbClr val="3A302A"/>
    <a:srgbClr val="52433B"/>
    <a:srgbClr val="F4D9A0"/>
    <a:srgbClr val="FAB81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D02C0B4-3587-4A7B-8B84-72624E2127F7}" v="475" dt="2025-01-13T17:19:41.3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varScale="1">
        <p:scale>
          <a:sx n="63" d="100"/>
          <a:sy n="63" d="100"/>
        </p:scale>
        <p:origin x="2604" y="4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omas VIGNON" userId="6c25c305-dff1-4ca2-8aae-c710cfd2502b" providerId="ADAL" clId="{FD02C0B4-3587-4A7B-8B84-72624E2127F7}"/>
    <pc:docChg chg="undo redo custSel addSld delSld modSld sldOrd">
      <pc:chgData name="Thomas VIGNON" userId="6c25c305-dff1-4ca2-8aae-c710cfd2502b" providerId="ADAL" clId="{FD02C0B4-3587-4A7B-8B84-72624E2127F7}" dt="2025-01-13T19:18:59.887" v="2818" actId="20577"/>
      <pc:docMkLst>
        <pc:docMk/>
      </pc:docMkLst>
      <pc:sldChg chg="addSp delSp modSp mod">
        <pc:chgData name="Thomas VIGNON" userId="6c25c305-dff1-4ca2-8aae-c710cfd2502b" providerId="ADAL" clId="{FD02C0B4-3587-4A7B-8B84-72624E2127F7}" dt="2025-01-13T13:41:08.427" v="25" actId="207"/>
        <pc:sldMkLst>
          <pc:docMk/>
          <pc:sldMk cId="3947874408" sldId="256"/>
        </pc:sldMkLst>
        <pc:spChg chg="mod">
          <ac:chgData name="Thomas VIGNON" userId="6c25c305-dff1-4ca2-8aae-c710cfd2502b" providerId="ADAL" clId="{FD02C0B4-3587-4A7B-8B84-72624E2127F7}" dt="2025-01-13T13:41:08.427" v="25" actId="207"/>
          <ac:spMkLst>
            <pc:docMk/>
            <pc:sldMk cId="3947874408" sldId="256"/>
            <ac:spMk id="5" creationId="{CA920341-F05A-35A0-5D3D-ED34E98CA83F}"/>
          </ac:spMkLst>
        </pc:spChg>
        <pc:picChg chg="add mod">
          <ac:chgData name="Thomas VIGNON" userId="6c25c305-dff1-4ca2-8aae-c710cfd2502b" providerId="ADAL" clId="{FD02C0B4-3587-4A7B-8B84-72624E2127F7}" dt="2025-01-13T13:09:04.044" v="4"/>
          <ac:picMkLst>
            <pc:docMk/>
            <pc:sldMk cId="3947874408" sldId="256"/>
            <ac:picMk id="2" creationId="{AAA7017E-76F9-A426-4419-380307E1561C}"/>
          </ac:picMkLst>
        </pc:picChg>
        <pc:picChg chg="add del mod ord">
          <ac:chgData name="Thomas VIGNON" userId="6c25c305-dff1-4ca2-8aae-c710cfd2502b" providerId="ADAL" clId="{FD02C0B4-3587-4A7B-8B84-72624E2127F7}" dt="2025-01-13T13:39:12.285" v="17" actId="478"/>
          <ac:picMkLst>
            <pc:docMk/>
            <pc:sldMk cId="3947874408" sldId="256"/>
            <ac:picMk id="3" creationId="{18A12F39-F65B-11A7-9AD6-E0F1B544FCD1}"/>
          </ac:picMkLst>
        </pc:picChg>
        <pc:picChg chg="del">
          <ac:chgData name="Thomas VIGNON" userId="6c25c305-dff1-4ca2-8aae-c710cfd2502b" providerId="ADAL" clId="{FD02C0B4-3587-4A7B-8B84-72624E2127F7}" dt="2025-01-13T13:08:58.149" v="0" actId="478"/>
          <ac:picMkLst>
            <pc:docMk/>
            <pc:sldMk cId="3947874408" sldId="256"/>
            <ac:picMk id="4" creationId="{97AC7D05-0B22-5FB1-6176-31113A28FE81}"/>
          </ac:picMkLst>
        </pc:picChg>
        <pc:picChg chg="add mod ord modCrop">
          <ac:chgData name="Thomas VIGNON" userId="6c25c305-dff1-4ca2-8aae-c710cfd2502b" providerId="ADAL" clId="{FD02C0B4-3587-4A7B-8B84-72624E2127F7}" dt="2025-01-13T13:40:35.151" v="24" actId="14100"/>
          <ac:picMkLst>
            <pc:docMk/>
            <pc:sldMk cId="3947874408" sldId="256"/>
            <ac:picMk id="7" creationId="{A0254C62-4D26-3289-89F1-31C68B56BCC7}"/>
          </ac:picMkLst>
        </pc:picChg>
      </pc:sldChg>
      <pc:sldChg chg="addSp delSp modSp mod setBg">
        <pc:chgData name="Thomas VIGNON" userId="6c25c305-dff1-4ca2-8aae-c710cfd2502b" providerId="ADAL" clId="{FD02C0B4-3587-4A7B-8B84-72624E2127F7}" dt="2025-01-13T14:38:46.003" v="305" actId="1076"/>
        <pc:sldMkLst>
          <pc:docMk/>
          <pc:sldMk cId="2455944066" sldId="258"/>
        </pc:sldMkLst>
        <pc:spChg chg="add mod">
          <ac:chgData name="Thomas VIGNON" userId="6c25c305-dff1-4ca2-8aae-c710cfd2502b" providerId="ADAL" clId="{FD02C0B4-3587-4A7B-8B84-72624E2127F7}" dt="2025-01-13T14:38:46.003" v="305" actId="1076"/>
          <ac:spMkLst>
            <pc:docMk/>
            <pc:sldMk cId="2455944066" sldId="258"/>
            <ac:spMk id="3" creationId="{5CFB243F-90C5-E66C-76AE-811F83EC7DCD}"/>
          </ac:spMkLst>
        </pc:spChg>
        <pc:spChg chg="mod">
          <ac:chgData name="Thomas VIGNON" userId="6c25c305-dff1-4ca2-8aae-c710cfd2502b" providerId="ADAL" clId="{FD02C0B4-3587-4A7B-8B84-72624E2127F7}" dt="2025-01-13T14:35:46.890" v="289" actId="20577"/>
          <ac:spMkLst>
            <pc:docMk/>
            <pc:sldMk cId="2455944066" sldId="258"/>
            <ac:spMk id="6" creationId="{9085B7DD-ECE0-7752-9475-1679EFC8CB78}"/>
          </ac:spMkLst>
        </pc:spChg>
        <pc:spChg chg="del mod">
          <ac:chgData name="Thomas VIGNON" userId="6c25c305-dff1-4ca2-8aae-c710cfd2502b" providerId="ADAL" clId="{FD02C0B4-3587-4A7B-8B84-72624E2127F7}" dt="2025-01-13T14:38:07.713" v="302" actId="478"/>
          <ac:spMkLst>
            <pc:docMk/>
            <pc:sldMk cId="2455944066" sldId="258"/>
            <ac:spMk id="7" creationId="{EC07583B-14A9-8624-35DC-4D4E0C318E21}"/>
          </ac:spMkLst>
        </pc:spChg>
        <pc:spChg chg="del mod">
          <ac:chgData name="Thomas VIGNON" userId="6c25c305-dff1-4ca2-8aae-c710cfd2502b" providerId="ADAL" clId="{FD02C0B4-3587-4A7B-8B84-72624E2127F7}" dt="2025-01-13T14:37:41.278" v="299" actId="478"/>
          <ac:spMkLst>
            <pc:docMk/>
            <pc:sldMk cId="2455944066" sldId="258"/>
            <ac:spMk id="8" creationId="{D1455C26-3E22-7942-49CB-125D83640861}"/>
          </ac:spMkLst>
        </pc:spChg>
        <pc:picChg chg="add mod ord">
          <ac:chgData name="Thomas VIGNON" userId="6c25c305-dff1-4ca2-8aae-c710cfd2502b" providerId="ADAL" clId="{FD02C0B4-3587-4A7B-8B84-72624E2127F7}" dt="2025-01-13T13:56:54.436" v="86" actId="171"/>
          <ac:picMkLst>
            <pc:docMk/>
            <pc:sldMk cId="2455944066" sldId="258"/>
            <ac:picMk id="2" creationId="{334F627B-1CAE-0F77-7135-1D0D503EF688}"/>
          </ac:picMkLst>
        </pc:picChg>
        <pc:picChg chg="del">
          <ac:chgData name="Thomas VIGNON" userId="6c25c305-dff1-4ca2-8aae-c710cfd2502b" providerId="ADAL" clId="{FD02C0B4-3587-4A7B-8B84-72624E2127F7}" dt="2025-01-13T13:56:17.768" v="77" actId="478"/>
          <ac:picMkLst>
            <pc:docMk/>
            <pc:sldMk cId="2455944066" sldId="258"/>
            <ac:picMk id="4" creationId="{FA11E81A-0A49-58F3-B854-DA535CEBF043}"/>
          </ac:picMkLst>
        </pc:picChg>
      </pc:sldChg>
      <pc:sldChg chg="del">
        <pc:chgData name="Thomas VIGNON" userId="6c25c305-dff1-4ca2-8aae-c710cfd2502b" providerId="ADAL" clId="{FD02C0B4-3587-4A7B-8B84-72624E2127F7}" dt="2025-01-13T15:45:09.160" v="606" actId="47"/>
        <pc:sldMkLst>
          <pc:docMk/>
          <pc:sldMk cId="875894289" sldId="259"/>
        </pc:sldMkLst>
      </pc:sldChg>
      <pc:sldChg chg="del">
        <pc:chgData name="Thomas VIGNON" userId="6c25c305-dff1-4ca2-8aae-c710cfd2502b" providerId="ADAL" clId="{FD02C0B4-3587-4A7B-8B84-72624E2127F7}" dt="2025-01-13T15:45:35.196" v="620" actId="47"/>
        <pc:sldMkLst>
          <pc:docMk/>
          <pc:sldMk cId="693877524" sldId="260"/>
        </pc:sldMkLst>
      </pc:sldChg>
      <pc:sldChg chg="addSp delSp modSp mod">
        <pc:chgData name="Thomas VIGNON" userId="6c25c305-dff1-4ca2-8aae-c710cfd2502b" providerId="ADAL" clId="{FD02C0B4-3587-4A7B-8B84-72624E2127F7}" dt="2025-01-13T17:18:41.069" v="2322" actId="1440"/>
        <pc:sldMkLst>
          <pc:docMk/>
          <pc:sldMk cId="2017437093" sldId="261"/>
        </pc:sldMkLst>
        <pc:spChg chg="del mod">
          <ac:chgData name="Thomas VIGNON" userId="6c25c305-dff1-4ca2-8aae-c710cfd2502b" providerId="ADAL" clId="{FD02C0B4-3587-4A7B-8B84-72624E2127F7}" dt="2025-01-13T17:17:43.410" v="2314"/>
          <ac:spMkLst>
            <pc:docMk/>
            <pc:sldMk cId="2017437093" sldId="261"/>
            <ac:spMk id="3" creationId="{915C94B1-0425-447C-8054-721C25C983FD}"/>
          </ac:spMkLst>
        </pc:spChg>
        <pc:picChg chg="del mod">
          <ac:chgData name="Thomas VIGNON" userId="6c25c305-dff1-4ca2-8aae-c710cfd2502b" providerId="ADAL" clId="{FD02C0B4-3587-4A7B-8B84-72624E2127F7}" dt="2025-01-13T17:17:39.613" v="2311" actId="478"/>
          <ac:picMkLst>
            <pc:docMk/>
            <pc:sldMk cId="2017437093" sldId="261"/>
            <ac:picMk id="2" creationId="{A95C52CB-2519-F012-034A-29D0A334FD51}"/>
          </ac:picMkLst>
        </pc:picChg>
        <pc:picChg chg="add mod">
          <ac:chgData name="Thomas VIGNON" userId="6c25c305-dff1-4ca2-8aae-c710cfd2502b" providerId="ADAL" clId="{FD02C0B4-3587-4A7B-8B84-72624E2127F7}" dt="2025-01-13T17:18:41.069" v="2322" actId="1440"/>
          <ac:picMkLst>
            <pc:docMk/>
            <pc:sldMk cId="2017437093" sldId="261"/>
            <ac:picMk id="5" creationId="{5B4A7080-FBEC-7865-2E38-953D9E9CC284}"/>
          </ac:picMkLst>
        </pc:picChg>
        <pc:picChg chg="add mod ord">
          <ac:chgData name="Thomas VIGNON" userId="6c25c305-dff1-4ca2-8aae-c710cfd2502b" providerId="ADAL" clId="{FD02C0B4-3587-4A7B-8B84-72624E2127F7}" dt="2025-01-13T17:18:04.369" v="2319" actId="171"/>
          <ac:picMkLst>
            <pc:docMk/>
            <pc:sldMk cId="2017437093" sldId="261"/>
            <ac:picMk id="6" creationId="{CAE30B3E-984D-BC33-4442-E8D4145A3234}"/>
          </ac:picMkLst>
        </pc:picChg>
      </pc:sldChg>
      <pc:sldChg chg="del">
        <pc:chgData name="Thomas VIGNON" userId="6c25c305-dff1-4ca2-8aae-c710cfd2502b" providerId="ADAL" clId="{FD02C0B4-3587-4A7B-8B84-72624E2127F7}" dt="2025-01-13T15:45:25.126" v="614" actId="47"/>
        <pc:sldMkLst>
          <pc:docMk/>
          <pc:sldMk cId="3381028037" sldId="262"/>
        </pc:sldMkLst>
      </pc:sldChg>
      <pc:sldChg chg="del">
        <pc:chgData name="Thomas VIGNON" userId="6c25c305-dff1-4ca2-8aae-c710cfd2502b" providerId="ADAL" clId="{FD02C0B4-3587-4A7B-8B84-72624E2127F7}" dt="2025-01-13T15:45:22.016" v="612" actId="47"/>
        <pc:sldMkLst>
          <pc:docMk/>
          <pc:sldMk cId="2549297618" sldId="263"/>
        </pc:sldMkLst>
      </pc:sldChg>
      <pc:sldChg chg="del">
        <pc:chgData name="Thomas VIGNON" userId="6c25c305-dff1-4ca2-8aae-c710cfd2502b" providerId="ADAL" clId="{FD02C0B4-3587-4A7B-8B84-72624E2127F7}" dt="2025-01-13T15:45:18.539" v="610" actId="47"/>
        <pc:sldMkLst>
          <pc:docMk/>
          <pc:sldMk cId="1665153797" sldId="264"/>
        </pc:sldMkLst>
      </pc:sldChg>
      <pc:sldChg chg="del">
        <pc:chgData name="Thomas VIGNON" userId="6c25c305-dff1-4ca2-8aae-c710cfd2502b" providerId="ADAL" clId="{FD02C0B4-3587-4A7B-8B84-72624E2127F7}" dt="2025-01-13T15:10:17.021" v="477" actId="2696"/>
        <pc:sldMkLst>
          <pc:docMk/>
          <pc:sldMk cId="2624336108" sldId="265"/>
        </pc:sldMkLst>
      </pc:sldChg>
      <pc:sldChg chg="del">
        <pc:chgData name="Thomas VIGNON" userId="6c25c305-dff1-4ca2-8aae-c710cfd2502b" providerId="ADAL" clId="{FD02C0B4-3587-4A7B-8B84-72624E2127F7}" dt="2025-01-13T15:45:11.501" v="607" actId="47"/>
        <pc:sldMkLst>
          <pc:docMk/>
          <pc:sldMk cId="3761922283" sldId="266"/>
        </pc:sldMkLst>
      </pc:sldChg>
      <pc:sldChg chg="del">
        <pc:chgData name="Thomas VIGNON" userId="6c25c305-dff1-4ca2-8aae-c710cfd2502b" providerId="ADAL" clId="{FD02C0B4-3587-4A7B-8B84-72624E2127F7}" dt="2025-01-13T15:45:20.958" v="611" actId="47"/>
        <pc:sldMkLst>
          <pc:docMk/>
          <pc:sldMk cId="880057271" sldId="267"/>
        </pc:sldMkLst>
      </pc:sldChg>
      <pc:sldChg chg="del">
        <pc:chgData name="Thomas VIGNON" userId="6c25c305-dff1-4ca2-8aae-c710cfd2502b" providerId="ADAL" clId="{FD02C0B4-3587-4A7B-8B84-72624E2127F7}" dt="2025-01-13T15:45:23.058" v="613" actId="47"/>
        <pc:sldMkLst>
          <pc:docMk/>
          <pc:sldMk cId="1304643038" sldId="268"/>
        </pc:sldMkLst>
      </pc:sldChg>
      <pc:sldChg chg="del">
        <pc:chgData name="Thomas VIGNON" userId="6c25c305-dff1-4ca2-8aae-c710cfd2502b" providerId="ADAL" clId="{FD02C0B4-3587-4A7B-8B84-72624E2127F7}" dt="2025-01-13T15:45:25.977" v="615" actId="47"/>
        <pc:sldMkLst>
          <pc:docMk/>
          <pc:sldMk cId="3067479608" sldId="269"/>
        </pc:sldMkLst>
      </pc:sldChg>
      <pc:sldChg chg="del">
        <pc:chgData name="Thomas VIGNON" userId="6c25c305-dff1-4ca2-8aae-c710cfd2502b" providerId="ADAL" clId="{FD02C0B4-3587-4A7B-8B84-72624E2127F7}" dt="2025-01-13T15:45:35.913" v="621" actId="47"/>
        <pc:sldMkLst>
          <pc:docMk/>
          <pc:sldMk cId="4212035925" sldId="270"/>
        </pc:sldMkLst>
      </pc:sldChg>
      <pc:sldChg chg="del">
        <pc:chgData name="Thomas VIGNON" userId="6c25c305-dff1-4ca2-8aae-c710cfd2502b" providerId="ADAL" clId="{FD02C0B4-3587-4A7B-8B84-72624E2127F7}" dt="2025-01-13T17:02:31.460" v="2263" actId="47"/>
        <pc:sldMkLst>
          <pc:docMk/>
          <pc:sldMk cId="1202907821" sldId="271"/>
        </pc:sldMkLst>
      </pc:sldChg>
      <pc:sldChg chg="del">
        <pc:chgData name="Thomas VIGNON" userId="6c25c305-dff1-4ca2-8aae-c710cfd2502b" providerId="ADAL" clId="{FD02C0B4-3587-4A7B-8B84-72624E2127F7}" dt="2025-01-13T17:02:32.620" v="2264" actId="47"/>
        <pc:sldMkLst>
          <pc:docMk/>
          <pc:sldMk cId="1052487481" sldId="272"/>
        </pc:sldMkLst>
      </pc:sldChg>
      <pc:sldChg chg="del">
        <pc:chgData name="Thomas VIGNON" userId="6c25c305-dff1-4ca2-8aae-c710cfd2502b" providerId="ADAL" clId="{FD02C0B4-3587-4A7B-8B84-72624E2127F7}" dt="2025-01-13T17:02:47.293" v="2273" actId="47"/>
        <pc:sldMkLst>
          <pc:docMk/>
          <pc:sldMk cId="3238321786" sldId="273"/>
        </pc:sldMkLst>
      </pc:sldChg>
      <pc:sldChg chg="del">
        <pc:chgData name="Thomas VIGNON" userId="6c25c305-dff1-4ca2-8aae-c710cfd2502b" providerId="ADAL" clId="{FD02C0B4-3587-4A7B-8B84-72624E2127F7}" dt="2025-01-13T17:02:34.191" v="2265" actId="47"/>
        <pc:sldMkLst>
          <pc:docMk/>
          <pc:sldMk cId="855215140" sldId="274"/>
        </pc:sldMkLst>
      </pc:sldChg>
      <pc:sldChg chg="del">
        <pc:chgData name="Thomas VIGNON" userId="6c25c305-dff1-4ca2-8aae-c710cfd2502b" providerId="ADAL" clId="{FD02C0B4-3587-4A7B-8B84-72624E2127F7}" dt="2025-01-13T17:02:46.415" v="2272" actId="47"/>
        <pc:sldMkLst>
          <pc:docMk/>
          <pc:sldMk cId="2024868216" sldId="275"/>
        </pc:sldMkLst>
      </pc:sldChg>
      <pc:sldChg chg="del">
        <pc:chgData name="Thomas VIGNON" userId="6c25c305-dff1-4ca2-8aae-c710cfd2502b" providerId="ADAL" clId="{FD02C0B4-3587-4A7B-8B84-72624E2127F7}" dt="2025-01-13T17:02:43.830" v="2270" actId="47"/>
        <pc:sldMkLst>
          <pc:docMk/>
          <pc:sldMk cId="25703980" sldId="276"/>
        </pc:sldMkLst>
      </pc:sldChg>
      <pc:sldChg chg="del">
        <pc:chgData name="Thomas VIGNON" userId="6c25c305-dff1-4ca2-8aae-c710cfd2502b" providerId="ADAL" clId="{FD02C0B4-3587-4A7B-8B84-72624E2127F7}" dt="2025-01-13T17:02:41.701" v="2268" actId="47"/>
        <pc:sldMkLst>
          <pc:docMk/>
          <pc:sldMk cId="33816811" sldId="277"/>
        </pc:sldMkLst>
      </pc:sldChg>
      <pc:sldChg chg="del">
        <pc:chgData name="Thomas VIGNON" userId="6c25c305-dff1-4ca2-8aae-c710cfd2502b" providerId="ADAL" clId="{FD02C0B4-3587-4A7B-8B84-72624E2127F7}" dt="2025-01-13T17:02:40.519" v="2267" actId="47"/>
        <pc:sldMkLst>
          <pc:docMk/>
          <pc:sldMk cId="2087457695" sldId="278"/>
        </pc:sldMkLst>
      </pc:sldChg>
      <pc:sldChg chg="del">
        <pc:chgData name="Thomas VIGNON" userId="6c25c305-dff1-4ca2-8aae-c710cfd2502b" providerId="ADAL" clId="{FD02C0B4-3587-4A7B-8B84-72624E2127F7}" dt="2025-01-13T17:02:45.456" v="2271" actId="47"/>
        <pc:sldMkLst>
          <pc:docMk/>
          <pc:sldMk cId="742206711" sldId="279"/>
        </pc:sldMkLst>
      </pc:sldChg>
      <pc:sldChg chg="del">
        <pc:chgData name="Thomas VIGNON" userId="6c25c305-dff1-4ca2-8aae-c710cfd2502b" providerId="ADAL" clId="{FD02C0B4-3587-4A7B-8B84-72624E2127F7}" dt="2025-01-13T17:02:43" v="2269" actId="47"/>
        <pc:sldMkLst>
          <pc:docMk/>
          <pc:sldMk cId="851606930" sldId="280"/>
        </pc:sldMkLst>
      </pc:sldChg>
      <pc:sldChg chg="addSp delSp modSp mod setBg">
        <pc:chgData name="Thomas VIGNON" userId="6c25c305-dff1-4ca2-8aae-c710cfd2502b" providerId="ADAL" clId="{FD02C0B4-3587-4A7B-8B84-72624E2127F7}" dt="2025-01-13T17:21:40.072" v="2375" actId="20577"/>
        <pc:sldMkLst>
          <pc:docMk/>
          <pc:sldMk cId="3478812258" sldId="282"/>
        </pc:sldMkLst>
        <pc:spChg chg="mod">
          <ac:chgData name="Thomas VIGNON" userId="6c25c305-dff1-4ca2-8aae-c710cfd2502b" providerId="ADAL" clId="{FD02C0B4-3587-4A7B-8B84-72624E2127F7}" dt="2025-01-13T15:57:27.968" v="807" actId="403"/>
          <ac:spMkLst>
            <pc:docMk/>
            <pc:sldMk cId="3478812258" sldId="282"/>
            <ac:spMk id="4" creationId="{8C514228-1177-54EF-A0CC-870A8B6A760A}"/>
          </ac:spMkLst>
        </pc:spChg>
        <pc:spChg chg="mod">
          <ac:chgData name="Thomas VIGNON" userId="6c25c305-dff1-4ca2-8aae-c710cfd2502b" providerId="ADAL" clId="{FD02C0B4-3587-4A7B-8B84-72624E2127F7}" dt="2025-01-13T17:21:40.072" v="2375" actId="20577"/>
          <ac:spMkLst>
            <pc:docMk/>
            <pc:sldMk cId="3478812258" sldId="282"/>
            <ac:spMk id="5" creationId="{F1A233F2-AE8C-34A5-C0E1-6DF790071C87}"/>
          </ac:spMkLst>
        </pc:spChg>
        <pc:picChg chg="add mod">
          <ac:chgData name="Thomas VIGNON" userId="6c25c305-dff1-4ca2-8aae-c710cfd2502b" providerId="ADAL" clId="{FD02C0B4-3587-4A7B-8B84-72624E2127F7}" dt="2025-01-13T15:56:52.966" v="799" actId="14100"/>
          <ac:picMkLst>
            <pc:docMk/>
            <pc:sldMk cId="3478812258" sldId="282"/>
            <ac:picMk id="2" creationId="{910B9769-7994-EA9D-C5C0-3F94FCE4120E}"/>
          </ac:picMkLst>
        </pc:picChg>
        <pc:picChg chg="del">
          <ac:chgData name="Thomas VIGNON" userId="6c25c305-dff1-4ca2-8aae-c710cfd2502b" providerId="ADAL" clId="{FD02C0B4-3587-4A7B-8B84-72624E2127F7}" dt="2025-01-13T15:56:20.247" v="794" actId="478"/>
          <ac:picMkLst>
            <pc:docMk/>
            <pc:sldMk cId="3478812258" sldId="282"/>
            <ac:picMk id="3" creationId="{67A4DA74-6328-90CB-19A7-2659CDDC5468}"/>
          </ac:picMkLst>
        </pc:picChg>
      </pc:sldChg>
      <pc:sldChg chg="del">
        <pc:chgData name="Thomas VIGNON" userId="6c25c305-dff1-4ca2-8aae-c710cfd2502b" providerId="ADAL" clId="{FD02C0B4-3587-4A7B-8B84-72624E2127F7}" dt="2025-01-13T17:02:39.259" v="2266" actId="47"/>
        <pc:sldMkLst>
          <pc:docMk/>
          <pc:sldMk cId="397703306" sldId="284"/>
        </pc:sldMkLst>
      </pc:sldChg>
      <pc:sldChg chg="del">
        <pc:chgData name="Thomas VIGNON" userId="6c25c305-dff1-4ca2-8aae-c710cfd2502b" providerId="ADAL" clId="{FD02C0B4-3587-4A7B-8B84-72624E2127F7}" dt="2025-01-13T15:45:30.122" v="619" actId="47"/>
        <pc:sldMkLst>
          <pc:docMk/>
          <pc:sldMk cId="347690743" sldId="285"/>
        </pc:sldMkLst>
      </pc:sldChg>
      <pc:sldChg chg="del">
        <pc:chgData name="Thomas VIGNON" userId="6c25c305-dff1-4ca2-8aae-c710cfd2502b" providerId="ADAL" clId="{FD02C0B4-3587-4A7B-8B84-72624E2127F7}" dt="2025-01-13T15:45:29.219" v="618" actId="47"/>
        <pc:sldMkLst>
          <pc:docMk/>
          <pc:sldMk cId="891615943" sldId="286"/>
        </pc:sldMkLst>
      </pc:sldChg>
      <pc:sldChg chg="del">
        <pc:chgData name="Thomas VIGNON" userId="6c25c305-dff1-4ca2-8aae-c710cfd2502b" providerId="ADAL" clId="{FD02C0B4-3587-4A7B-8B84-72624E2127F7}" dt="2025-01-13T15:44:57.938" v="600" actId="47"/>
        <pc:sldMkLst>
          <pc:docMk/>
          <pc:sldMk cId="2578745698" sldId="287"/>
        </pc:sldMkLst>
      </pc:sldChg>
      <pc:sldChg chg="del">
        <pc:chgData name="Thomas VIGNON" userId="6c25c305-dff1-4ca2-8aae-c710cfd2502b" providerId="ADAL" clId="{FD02C0B4-3587-4A7B-8B84-72624E2127F7}" dt="2025-01-13T15:45:06.179" v="605" actId="47"/>
        <pc:sldMkLst>
          <pc:docMk/>
          <pc:sldMk cId="3148799439" sldId="288"/>
        </pc:sldMkLst>
      </pc:sldChg>
      <pc:sldChg chg="del">
        <pc:chgData name="Thomas VIGNON" userId="6c25c305-dff1-4ca2-8aae-c710cfd2502b" providerId="ADAL" clId="{FD02C0B4-3587-4A7B-8B84-72624E2127F7}" dt="2025-01-13T15:44:59.478" v="601" actId="47"/>
        <pc:sldMkLst>
          <pc:docMk/>
          <pc:sldMk cId="897018852" sldId="289"/>
        </pc:sldMkLst>
      </pc:sldChg>
      <pc:sldChg chg="del">
        <pc:chgData name="Thomas VIGNON" userId="6c25c305-dff1-4ca2-8aae-c710cfd2502b" providerId="ADAL" clId="{FD02C0B4-3587-4A7B-8B84-72624E2127F7}" dt="2025-01-13T15:45:00.606" v="602" actId="47"/>
        <pc:sldMkLst>
          <pc:docMk/>
          <pc:sldMk cId="3366057697" sldId="290"/>
        </pc:sldMkLst>
      </pc:sldChg>
      <pc:sldChg chg="del">
        <pc:chgData name="Thomas VIGNON" userId="6c25c305-dff1-4ca2-8aae-c710cfd2502b" providerId="ADAL" clId="{FD02C0B4-3587-4A7B-8B84-72624E2127F7}" dt="2025-01-13T15:45:01.632" v="603" actId="47"/>
        <pc:sldMkLst>
          <pc:docMk/>
          <pc:sldMk cId="2051903069" sldId="291"/>
        </pc:sldMkLst>
      </pc:sldChg>
      <pc:sldChg chg="del">
        <pc:chgData name="Thomas VIGNON" userId="6c25c305-dff1-4ca2-8aae-c710cfd2502b" providerId="ADAL" clId="{FD02C0B4-3587-4A7B-8B84-72624E2127F7}" dt="2025-01-13T15:45:05.129" v="604" actId="47"/>
        <pc:sldMkLst>
          <pc:docMk/>
          <pc:sldMk cId="1073497695" sldId="292"/>
        </pc:sldMkLst>
      </pc:sldChg>
      <pc:sldChg chg="del">
        <pc:chgData name="Thomas VIGNON" userId="6c25c305-dff1-4ca2-8aae-c710cfd2502b" providerId="ADAL" clId="{FD02C0B4-3587-4A7B-8B84-72624E2127F7}" dt="2025-01-13T15:44:54.827" v="599" actId="47"/>
        <pc:sldMkLst>
          <pc:docMk/>
          <pc:sldMk cId="2461757570" sldId="293"/>
        </pc:sldMkLst>
      </pc:sldChg>
      <pc:sldChg chg="del">
        <pc:chgData name="Thomas VIGNON" userId="6c25c305-dff1-4ca2-8aae-c710cfd2502b" providerId="ADAL" clId="{FD02C0B4-3587-4A7B-8B84-72624E2127F7}" dt="2025-01-13T15:44:51.703" v="598" actId="47"/>
        <pc:sldMkLst>
          <pc:docMk/>
          <pc:sldMk cId="1163151556" sldId="294"/>
        </pc:sldMkLst>
      </pc:sldChg>
      <pc:sldChg chg="del">
        <pc:chgData name="Thomas VIGNON" userId="6c25c305-dff1-4ca2-8aae-c710cfd2502b" providerId="ADAL" clId="{FD02C0B4-3587-4A7B-8B84-72624E2127F7}" dt="2025-01-13T15:45:15.623" v="608" actId="47"/>
        <pc:sldMkLst>
          <pc:docMk/>
          <pc:sldMk cId="2874119941" sldId="295"/>
        </pc:sldMkLst>
      </pc:sldChg>
      <pc:sldChg chg="del">
        <pc:chgData name="Thomas VIGNON" userId="6c25c305-dff1-4ca2-8aae-c710cfd2502b" providerId="ADAL" clId="{FD02C0B4-3587-4A7B-8B84-72624E2127F7}" dt="2025-01-13T15:45:17.532" v="609" actId="47"/>
        <pc:sldMkLst>
          <pc:docMk/>
          <pc:sldMk cId="1474812365" sldId="296"/>
        </pc:sldMkLst>
      </pc:sldChg>
      <pc:sldChg chg="del">
        <pc:chgData name="Thomas VIGNON" userId="6c25c305-dff1-4ca2-8aae-c710cfd2502b" providerId="ADAL" clId="{FD02C0B4-3587-4A7B-8B84-72624E2127F7}" dt="2025-01-13T15:45:27.051" v="616" actId="47"/>
        <pc:sldMkLst>
          <pc:docMk/>
          <pc:sldMk cId="2896053646" sldId="297"/>
        </pc:sldMkLst>
      </pc:sldChg>
      <pc:sldChg chg="del">
        <pc:chgData name="Thomas VIGNON" userId="6c25c305-dff1-4ca2-8aae-c710cfd2502b" providerId="ADAL" clId="{FD02C0B4-3587-4A7B-8B84-72624E2127F7}" dt="2025-01-13T15:45:28.323" v="617" actId="47"/>
        <pc:sldMkLst>
          <pc:docMk/>
          <pc:sldMk cId="4247460540" sldId="298"/>
        </pc:sldMkLst>
      </pc:sldChg>
      <pc:sldChg chg="addSp delSp modSp mod">
        <pc:chgData name="Thomas VIGNON" userId="6c25c305-dff1-4ca2-8aae-c710cfd2502b" providerId="ADAL" clId="{FD02C0B4-3587-4A7B-8B84-72624E2127F7}" dt="2025-01-13T14:57:26.831" v="410" actId="688"/>
        <pc:sldMkLst>
          <pc:docMk/>
          <pc:sldMk cId="1640281342" sldId="299"/>
        </pc:sldMkLst>
        <pc:spChg chg="add del mod">
          <ac:chgData name="Thomas VIGNON" userId="6c25c305-dff1-4ca2-8aae-c710cfd2502b" providerId="ADAL" clId="{FD02C0B4-3587-4A7B-8B84-72624E2127F7}" dt="2025-01-13T14:57:26.831" v="410" actId="688"/>
          <ac:spMkLst>
            <pc:docMk/>
            <pc:sldMk cId="1640281342" sldId="299"/>
            <ac:spMk id="2" creationId="{B893B9EB-E8FA-C933-CD72-84DA4839D24B}"/>
          </ac:spMkLst>
        </pc:spChg>
        <pc:spChg chg="del">
          <ac:chgData name="Thomas VIGNON" userId="6c25c305-dff1-4ca2-8aae-c710cfd2502b" providerId="ADAL" clId="{FD02C0B4-3587-4A7B-8B84-72624E2127F7}" dt="2025-01-13T13:52:10.240" v="57" actId="478"/>
          <ac:spMkLst>
            <pc:docMk/>
            <pc:sldMk cId="1640281342" sldId="299"/>
            <ac:spMk id="3" creationId="{89E38FAA-4A42-0C60-6952-94A154287C47}"/>
          </ac:spMkLst>
        </pc:spChg>
        <pc:picChg chg="del">
          <ac:chgData name="Thomas VIGNON" userId="6c25c305-dff1-4ca2-8aae-c710cfd2502b" providerId="ADAL" clId="{FD02C0B4-3587-4A7B-8B84-72624E2127F7}" dt="2025-01-13T13:41:56.805" v="26" actId="478"/>
          <ac:picMkLst>
            <pc:docMk/>
            <pc:sldMk cId="1640281342" sldId="299"/>
            <ac:picMk id="4" creationId="{86DC400B-1D57-4087-78E5-BFFBC3035C44}"/>
          </ac:picMkLst>
        </pc:picChg>
        <pc:picChg chg="add del mod ord">
          <ac:chgData name="Thomas VIGNON" userId="6c25c305-dff1-4ca2-8aae-c710cfd2502b" providerId="ADAL" clId="{FD02C0B4-3587-4A7B-8B84-72624E2127F7}" dt="2025-01-13T13:45:35.014" v="50" actId="478"/>
          <ac:picMkLst>
            <pc:docMk/>
            <pc:sldMk cId="1640281342" sldId="299"/>
            <ac:picMk id="6" creationId="{456BC102-CAD1-A378-8E57-96FBB8345392}"/>
          </ac:picMkLst>
        </pc:picChg>
        <pc:picChg chg="add mod ord">
          <ac:chgData name="Thomas VIGNON" userId="6c25c305-dff1-4ca2-8aae-c710cfd2502b" providerId="ADAL" clId="{FD02C0B4-3587-4A7B-8B84-72624E2127F7}" dt="2025-01-13T13:45:47.404" v="55" actId="171"/>
          <ac:picMkLst>
            <pc:docMk/>
            <pc:sldMk cId="1640281342" sldId="299"/>
            <ac:picMk id="7" creationId="{FE039848-7DF3-F8A2-1081-88BCB23F1F7D}"/>
          </ac:picMkLst>
        </pc:picChg>
        <pc:picChg chg="add del mod">
          <ac:chgData name="Thomas VIGNON" userId="6c25c305-dff1-4ca2-8aae-c710cfd2502b" providerId="ADAL" clId="{FD02C0B4-3587-4A7B-8B84-72624E2127F7}" dt="2025-01-13T14:57:26.831" v="410" actId="688"/>
          <ac:picMkLst>
            <pc:docMk/>
            <pc:sldMk cId="1640281342" sldId="299"/>
            <ac:picMk id="1026" creationId="{CB436367-8C57-9234-B5B5-AA67EC3EC9A9}"/>
          </ac:picMkLst>
        </pc:picChg>
      </pc:sldChg>
      <pc:sldChg chg="addSp delSp modSp mod">
        <pc:chgData name="Thomas VIGNON" userId="6c25c305-dff1-4ca2-8aae-c710cfd2502b" providerId="ADAL" clId="{FD02C0B4-3587-4A7B-8B84-72624E2127F7}" dt="2025-01-13T13:55:44.058" v="76" actId="14100"/>
        <pc:sldMkLst>
          <pc:docMk/>
          <pc:sldMk cId="2568976440" sldId="300"/>
        </pc:sldMkLst>
        <pc:spChg chg="mod">
          <ac:chgData name="Thomas VIGNON" userId="6c25c305-dff1-4ca2-8aae-c710cfd2502b" providerId="ADAL" clId="{FD02C0B4-3587-4A7B-8B84-72624E2127F7}" dt="2025-01-13T13:55:44.058" v="76" actId="14100"/>
          <ac:spMkLst>
            <pc:docMk/>
            <pc:sldMk cId="2568976440" sldId="300"/>
            <ac:spMk id="5" creationId="{EB19BC05-1A0D-BE60-77FC-3A0E1E9EBFE7}"/>
          </ac:spMkLst>
        </pc:spChg>
        <pc:picChg chg="add mod ord">
          <ac:chgData name="Thomas VIGNON" userId="6c25c305-dff1-4ca2-8aae-c710cfd2502b" providerId="ADAL" clId="{FD02C0B4-3587-4A7B-8B84-72624E2127F7}" dt="2025-01-13T13:55:21.456" v="75" actId="1076"/>
          <ac:picMkLst>
            <pc:docMk/>
            <pc:sldMk cId="2568976440" sldId="300"/>
            <ac:picMk id="2" creationId="{12820248-A6EC-9694-535D-8505FACEF31A}"/>
          </ac:picMkLst>
        </pc:picChg>
        <pc:picChg chg="del">
          <ac:chgData name="Thomas VIGNON" userId="6c25c305-dff1-4ca2-8aae-c710cfd2502b" providerId="ADAL" clId="{FD02C0B4-3587-4A7B-8B84-72624E2127F7}" dt="2025-01-13T13:54:52.244" v="69" actId="478"/>
          <ac:picMkLst>
            <pc:docMk/>
            <pc:sldMk cId="2568976440" sldId="300"/>
            <ac:picMk id="4" creationId="{85DB6582-A25A-AABC-1F78-2A98E220EFF9}"/>
          </ac:picMkLst>
        </pc:picChg>
      </pc:sldChg>
      <pc:sldChg chg="addSp delSp modSp add mod">
        <pc:chgData name="Thomas VIGNON" userId="6c25c305-dff1-4ca2-8aae-c710cfd2502b" providerId="ADAL" clId="{FD02C0B4-3587-4A7B-8B84-72624E2127F7}" dt="2025-01-13T15:08:45.705" v="473" actId="20577"/>
        <pc:sldMkLst>
          <pc:docMk/>
          <pc:sldMk cId="2717205793" sldId="301"/>
        </pc:sldMkLst>
        <pc:spChg chg="add mod">
          <ac:chgData name="Thomas VIGNON" userId="6c25c305-dff1-4ca2-8aae-c710cfd2502b" providerId="ADAL" clId="{FD02C0B4-3587-4A7B-8B84-72624E2127F7}" dt="2025-01-13T15:08:45.705" v="473" actId="20577"/>
          <ac:spMkLst>
            <pc:docMk/>
            <pc:sldMk cId="2717205793" sldId="301"/>
            <ac:spMk id="3" creationId="{E5C2F266-D583-B04B-B691-87ECA60E5A12}"/>
          </ac:spMkLst>
        </pc:spChg>
        <pc:spChg chg="mod">
          <ac:chgData name="Thomas VIGNON" userId="6c25c305-dff1-4ca2-8aae-c710cfd2502b" providerId="ADAL" clId="{FD02C0B4-3587-4A7B-8B84-72624E2127F7}" dt="2025-01-13T14:53:04.930" v="380" actId="14100"/>
          <ac:spMkLst>
            <pc:docMk/>
            <pc:sldMk cId="2717205793" sldId="301"/>
            <ac:spMk id="6" creationId="{76DF8679-818E-7BCE-D1CD-DB5B36ECDF91}"/>
          </ac:spMkLst>
        </pc:spChg>
        <pc:spChg chg="del">
          <ac:chgData name="Thomas VIGNON" userId="6c25c305-dff1-4ca2-8aae-c710cfd2502b" providerId="ADAL" clId="{FD02C0B4-3587-4A7B-8B84-72624E2127F7}" dt="2025-01-13T14:53:10.820" v="381" actId="478"/>
          <ac:spMkLst>
            <pc:docMk/>
            <pc:sldMk cId="2717205793" sldId="301"/>
            <ac:spMk id="7" creationId="{6FCB2F15-FDA0-1D0B-8C9B-D0A64544C8E8}"/>
          </ac:spMkLst>
        </pc:spChg>
        <pc:spChg chg="del">
          <ac:chgData name="Thomas VIGNON" userId="6c25c305-dff1-4ca2-8aae-c710cfd2502b" providerId="ADAL" clId="{FD02C0B4-3587-4A7B-8B84-72624E2127F7}" dt="2025-01-13T14:53:12.315" v="382" actId="478"/>
          <ac:spMkLst>
            <pc:docMk/>
            <pc:sldMk cId="2717205793" sldId="301"/>
            <ac:spMk id="8" creationId="{67DFEA26-8B35-CEC2-160C-629D9CD62E49}"/>
          </ac:spMkLst>
        </pc:spChg>
        <pc:picChg chg="mod">
          <ac:chgData name="Thomas VIGNON" userId="6c25c305-dff1-4ca2-8aae-c710cfd2502b" providerId="ADAL" clId="{FD02C0B4-3587-4A7B-8B84-72624E2127F7}" dt="2025-01-13T14:51:04.013" v="311" actId="14100"/>
          <ac:picMkLst>
            <pc:docMk/>
            <pc:sldMk cId="2717205793" sldId="301"/>
            <ac:picMk id="2" creationId="{7460F453-23C8-90E0-3EF5-2B4C26E4701C}"/>
          </ac:picMkLst>
        </pc:picChg>
      </pc:sldChg>
      <pc:sldChg chg="modSp add mod ord">
        <pc:chgData name="Thomas VIGNON" userId="6c25c305-dff1-4ca2-8aae-c710cfd2502b" providerId="ADAL" clId="{FD02C0B4-3587-4A7B-8B84-72624E2127F7}" dt="2025-01-13T14:37:29.051" v="295" actId="20577"/>
        <pc:sldMkLst>
          <pc:docMk/>
          <pc:sldMk cId="967158279" sldId="302"/>
        </pc:sldMkLst>
        <pc:spChg chg="mod">
          <ac:chgData name="Thomas VIGNON" userId="6c25c305-dff1-4ca2-8aae-c710cfd2502b" providerId="ADAL" clId="{FD02C0B4-3587-4A7B-8B84-72624E2127F7}" dt="2025-01-13T14:37:29.051" v="295" actId="20577"/>
          <ac:spMkLst>
            <pc:docMk/>
            <pc:sldMk cId="967158279" sldId="302"/>
            <ac:spMk id="5" creationId="{01C1A0BA-D175-E642-D264-330881625128}"/>
          </ac:spMkLst>
        </pc:spChg>
      </pc:sldChg>
      <pc:sldChg chg="modSp add mod ord">
        <pc:chgData name="Thomas VIGNON" userId="6c25c305-dff1-4ca2-8aae-c710cfd2502b" providerId="ADAL" clId="{FD02C0B4-3587-4A7B-8B84-72624E2127F7}" dt="2025-01-13T15:08:39.106" v="469" actId="20577"/>
        <pc:sldMkLst>
          <pc:docMk/>
          <pc:sldMk cId="183456143" sldId="303"/>
        </pc:sldMkLst>
        <pc:spChg chg="mod">
          <ac:chgData name="Thomas VIGNON" userId="6c25c305-dff1-4ca2-8aae-c710cfd2502b" providerId="ADAL" clId="{FD02C0B4-3587-4A7B-8B84-72624E2127F7}" dt="2025-01-13T15:08:39.106" v="469" actId="20577"/>
          <ac:spMkLst>
            <pc:docMk/>
            <pc:sldMk cId="183456143" sldId="303"/>
            <ac:spMk id="5" creationId="{BB117B3E-5400-25F1-E72C-18DBF2716EA9}"/>
          </ac:spMkLst>
        </pc:spChg>
      </pc:sldChg>
      <pc:sldChg chg="addSp delSp modSp add mod ord">
        <pc:chgData name="Thomas VIGNON" userId="6c25c305-dff1-4ca2-8aae-c710cfd2502b" providerId="ADAL" clId="{FD02C0B4-3587-4A7B-8B84-72624E2127F7}" dt="2025-01-13T16:04:32.973" v="1225" actId="403"/>
        <pc:sldMkLst>
          <pc:docMk/>
          <pc:sldMk cId="431528388" sldId="304"/>
        </pc:sldMkLst>
        <pc:spChg chg="del mod">
          <ac:chgData name="Thomas VIGNON" userId="6c25c305-dff1-4ca2-8aae-c710cfd2502b" providerId="ADAL" clId="{FD02C0B4-3587-4A7B-8B84-72624E2127F7}" dt="2025-01-13T14:58:25.631" v="413" actId="478"/>
          <ac:spMkLst>
            <pc:docMk/>
            <pc:sldMk cId="431528388" sldId="304"/>
            <ac:spMk id="2" creationId="{F0096DCA-CBF8-D29D-904B-3128F9B9FF03}"/>
          </ac:spMkLst>
        </pc:spChg>
        <pc:spChg chg="add mod">
          <ac:chgData name="Thomas VIGNON" userId="6c25c305-dff1-4ca2-8aae-c710cfd2502b" providerId="ADAL" clId="{FD02C0B4-3587-4A7B-8B84-72624E2127F7}" dt="2025-01-13T16:04:32.973" v="1225" actId="403"/>
          <ac:spMkLst>
            <pc:docMk/>
            <pc:sldMk cId="431528388" sldId="304"/>
            <ac:spMk id="3" creationId="{CEA86AD1-31E5-415C-E7C6-C134F9997241}"/>
          </ac:spMkLst>
        </pc:spChg>
        <pc:graphicFrameChg chg="add del mod">
          <ac:chgData name="Thomas VIGNON" userId="6c25c305-dff1-4ca2-8aae-c710cfd2502b" providerId="ADAL" clId="{FD02C0B4-3587-4A7B-8B84-72624E2127F7}" dt="2025-01-13T15:05:47.249" v="454" actId="478"/>
          <ac:graphicFrameMkLst>
            <pc:docMk/>
            <pc:sldMk cId="431528388" sldId="304"/>
            <ac:graphicFrameMk id="4" creationId="{2882D7BC-1F50-0630-39BA-8D1A76DDA8E4}"/>
          </ac:graphicFrameMkLst>
        </pc:graphicFrameChg>
        <pc:graphicFrameChg chg="add del mod">
          <ac:chgData name="Thomas VIGNON" userId="6c25c305-dff1-4ca2-8aae-c710cfd2502b" providerId="ADAL" clId="{FD02C0B4-3587-4A7B-8B84-72624E2127F7}" dt="2025-01-13T15:05:46.019" v="453" actId="478"/>
          <ac:graphicFrameMkLst>
            <pc:docMk/>
            <pc:sldMk cId="431528388" sldId="304"/>
            <ac:graphicFrameMk id="5" creationId="{C1094B69-CEB1-4892-149A-D1AA209050D2}"/>
          </ac:graphicFrameMkLst>
        </pc:graphicFrameChg>
      </pc:sldChg>
      <pc:sldChg chg="modSp add mod ord">
        <pc:chgData name="Thomas VIGNON" userId="6c25c305-dff1-4ca2-8aae-c710cfd2502b" providerId="ADAL" clId="{FD02C0B4-3587-4A7B-8B84-72624E2127F7}" dt="2025-01-13T15:10:21.107" v="479" actId="20577"/>
        <pc:sldMkLst>
          <pc:docMk/>
          <pc:sldMk cId="2861059631" sldId="305"/>
        </pc:sldMkLst>
        <pc:spChg chg="mod">
          <ac:chgData name="Thomas VIGNON" userId="6c25c305-dff1-4ca2-8aae-c710cfd2502b" providerId="ADAL" clId="{FD02C0B4-3587-4A7B-8B84-72624E2127F7}" dt="2025-01-13T15:10:21.107" v="479" actId="20577"/>
          <ac:spMkLst>
            <pc:docMk/>
            <pc:sldMk cId="2861059631" sldId="305"/>
            <ac:spMk id="5" creationId="{09CD5810-482C-B8C6-A2DE-EA67368C53BD}"/>
          </ac:spMkLst>
        </pc:spChg>
      </pc:sldChg>
      <pc:sldChg chg="addSp delSp modSp add mod ord setBg">
        <pc:chgData name="Thomas VIGNON" userId="6c25c305-dff1-4ca2-8aae-c710cfd2502b" providerId="ADAL" clId="{FD02C0B4-3587-4A7B-8B84-72624E2127F7}" dt="2025-01-13T17:00:38.913" v="2252" actId="20577"/>
        <pc:sldMkLst>
          <pc:docMk/>
          <pc:sldMk cId="2791681868" sldId="306"/>
        </pc:sldMkLst>
        <pc:spChg chg="del mod">
          <ac:chgData name="Thomas VIGNON" userId="6c25c305-dff1-4ca2-8aae-c710cfd2502b" providerId="ADAL" clId="{FD02C0B4-3587-4A7B-8B84-72624E2127F7}" dt="2025-01-13T15:13:17.658" v="487" actId="478"/>
          <ac:spMkLst>
            <pc:docMk/>
            <pc:sldMk cId="2791681868" sldId="306"/>
            <ac:spMk id="3" creationId="{E3E9BAB8-6C64-C18C-7981-AF9465A7EF17}"/>
          </ac:spMkLst>
        </pc:spChg>
        <pc:spChg chg="add mod">
          <ac:chgData name="Thomas VIGNON" userId="6c25c305-dff1-4ca2-8aae-c710cfd2502b" providerId="ADAL" clId="{FD02C0B4-3587-4A7B-8B84-72624E2127F7}" dt="2025-01-13T17:00:38.913" v="2252" actId="20577"/>
          <ac:spMkLst>
            <pc:docMk/>
            <pc:sldMk cId="2791681868" sldId="306"/>
            <ac:spMk id="5" creationId="{E779C8B6-9AE6-7859-75A5-092050229C1D}"/>
          </ac:spMkLst>
        </pc:spChg>
        <pc:spChg chg="mod">
          <ac:chgData name="Thomas VIGNON" userId="6c25c305-dff1-4ca2-8aae-c710cfd2502b" providerId="ADAL" clId="{FD02C0B4-3587-4A7B-8B84-72624E2127F7}" dt="2025-01-13T15:28:45.137" v="529" actId="20577"/>
          <ac:spMkLst>
            <pc:docMk/>
            <pc:sldMk cId="2791681868" sldId="306"/>
            <ac:spMk id="6" creationId="{5055FBBA-DBF0-6C6E-7042-E7AE37FC0BB3}"/>
          </ac:spMkLst>
        </pc:spChg>
        <pc:picChg chg="del">
          <ac:chgData name="Thomas VIGNON" userId="6c25c305-dff1-4ca2-8aae-c710cfd2502b" providerId="ADAL" clId="{FD02C0B4-3587-4A7B-8B84-72624E2127F7}" dt="2025-01-13T15:13:11.777" v="485" actId="478"/>
          <ac:picMkLst>
            <pc:docMk/>
            <pc:sldMk cId="2791681868" sldId="306"/>
            <ac:picMk id="2" creationId="{7AF695D4-A01D-B74B-30D3-FCDCAD870E8D}"/>
          </ac:picMkLst>
        </pc:picChg>
        <pc:picChg chg="add mod ord modCrop">
          <ac:chgData name="Thomas VIGNON" userId="6c25c305-dff1-4ca2-8aae-c710cfd2502b" providerId="ADAL" clId="{FD02C0B4-3587-4A7B-8B84-72624E2127F7}" dt="2025-01-13T15:14:59.950" v="508" actId="14100"/>
          <ac:picMkLst>
            <pc:docMk/>
            <pc:sldMk cId="2791681868" sldId="306"/>
            <ac:picMk id="4" creationId="{52BE6E3E-7E05-7B34-3472-8BDE5E2E8E4B}"/>
          </ac:picMkLst>
        </pc:picChg>
      </pc:sldChg>
      <pc:sldChg chg="modSp add mod ord">
        <pc:chgData name="Thomas VIGNON" userId="6c25c305-dff1-4ca2-8aae-c710cfd2502b" providerId="ADAL" clId="{FD02C0B4-3587-4A7B-8B84-72624E2127F7}" dt="2025-01-13T17:00:44.234" v="2254" actId="20577"/>
        <pc:sldMkLst>
          <pc:docMk/>
          <pc:sldMk cId="3052611815" sldId="307"/>
        </pc:sldMkLst>
        <pc:spChg chg="mod">
          <ac:chgData name="Thomas VIGNON" userId="6c25c305-dff1-4ca2-8aae-c710cfd2502b" providerId="ADAL" clId="{FD02C0B4-3587-4A7B-8B84-72624E2127F7}" dt="2025-01-13T17:00:44.234" v="2254" actId="20577"/>
          <ac:spMkLst>
            <pc:docMk/>
            <pc:sldMk cId="3052611815" sldId="307"/>
            <ac:spMk id="5" creationId="{0B4F5D3E-AEAC-C70F-3453-E958A6DDFFBE}"/>
          </ac:spMkLst>
        </pc:spChg>
      </pc:sldChg>
      <pc:sldChg chg="addSp modSp add mod ord">
        <pc:chgData name="Thomas VIGNON" userId="6c25c305-dff1-4ca2-8aae-c710cfd2502b" providerId="ADAL" clId="{FD02C0B4-3587-4A7B-8B84-72624E2127F7}" dt="2025-01-13T15:43:25.951" v="585" actId="255"/>
        <pc:sldMkLst>
          <pc:docMk/>
          <pc:sldMk cId="1692810473" sldId="308"/>
        </pc:sldMkLst>
        <pc:spChg chg="add mod">
          <ac:chgData name="Thomas VIGNON" userId="6c25c305-dff1-4ca2-8aae-c710cfd2502b" providerId="ADAL" clId="{FD02C0B4-3587-4A7B-8B84-72624E2127F7}" dt="2025-01-13T15:43:25.951" v="585" actId="255"/>
          <ac:spMkLst>
            <pc:docMk/>
            <pc:sldMk cId="1692810473" sldId="308"/>
            <ac:spMk id="2" creationId="{EF9D3985-5D6D-2DA5-121F-10327FB6C529}"/>
          </ac:spMkLst>
        </pc:spChg>
        <pc:spChg chg="mod">
          <ac:chgData name="Thomas VIGNON" userId="6c25c305-dff1-4ca2-8aae-c710cfd2502b" providerId="ADAL" clId="{FD02C0B4-3587-4A7B-8B84-72624E2127F7}" dt="2025-01-13T15:42:34.769" v="575" actId="20577"/>
          <ac:spMkLst>
            <pc:docMk/>
            <pc:sldMk cId="1692810473" sldId="308"/>
            <ac:spMk id="6" creationId="{52FD8EA7-F14B-89B7-151F-13C5B12FB17D}"/>
          </ac:spMkLst>
        </pc:spChg>
        <pc:picChg chg="mod">
          <ac:chgData name="Thomas VIGNON" userId="6c25c305-dff1-4ca2-8aae-c710cfd2502b" providerId="ADAL" clId="{FD02C0B4-3587-4A7B-8B84-72624E2127F7}" dt="2025-01-13T15:42:59.124" v="580" actId="14100"/>
          <ac:picMkLst>
            <pc:docMk/>
            <pc:sldMk cId="1692810473" sldId="308"/>
            <ac:picMk id="4" creationId="{19836094-DA78-3A37-661C-7DB27694D6AC}"/>
          </ac:picMkLst>
        </pc:picChg>
      </pc:sldChg>
      <pc:sldChg chg="modSp add mod ord">
        <pc:chgData name="Thomas VIGNON" userId="6c25c305-dff1-4ca2-8aae-c710cfd2502b" providerId="ADAL" clId="{FD02C0B4-3587-4A7B-8B84-72624E2127F7}" dt="2025-01-13T15:44:15.077" v="594" actId="20577"/>
        <pc:sldMkLst>
          <pc:docMk/>
          <pc:sldMk cId="1669449860" sldId="309"/>
        </pc:sldMkLst>
        <pc:spChg chg="mod">
          <ac:chgData name="Thomas VIGNON" userId="6c25c305-dff1-4ca2-8aae-c710cfd2502b" providerId="ADAL" clId="{FD02C0B4-3587-4A7B-8B84-72624E2127F7}" dt="2025-01-13T15:44:15.077" v="594" actId="20577"/>
          <ac:spMkLst>
            <pc:docMk/>
            <pc:sldMk cId="1669449860" sldId="309"/>
            <ac:spMk id="5" creationId="{5D00F07E-33F3-BA85-FE78-F9242DDC2970}"/>
          </ac:spMkLst>
        </pc:spChg>
      </pc:sldChg>
      <pc:sldChg chg="delSp modSp add mod ord">
        <pc:chgData name="Thomas VIGNON" userId="6c25c305-dff1-4ca2-8aae-c710cfd2502b" providerId="ADAL" clId="{FD02C0B4-3587-4A7B-8B84-72624E2127F7}" dt="2025-01-13T15:50:21.743" v="793" actId="20577"/>
        <pc:sldMkLst>
          <pc:docMk/>
          <pc:sldMk cId="4075839997" sldId="310"/>
        </pc:sldMkLst>
        <pc:spChg chg="del">
          <ac:chgData name="Thomas VIGNON" userId="6c25c305-dff1-4ca2-8aae-c710cfd2502b" providerId="ADAL" clId="{FD02C0B4-3587-4A7B-8B84-72624E2127F7}" dt="2025-01-13T15:49:15.846" v="628" actId="478"/>
          <ac:spMkLst>
            <pc:docMk/>
            <pc:sldMk cId="4075839997" sldId="310"/>
            <ac:spMk id="5" creationId="{CEF1901D-FDEF-88B4-FD21-A815F3811D15}"/>
          </ac:spMkLst>
        </pc:spChg>
        <pc:spChg chg="mod">
          <ac:chgData name="Thomas VIGNON" userId="6c25c305-dff1-4ca2-8aae-c710cfd2502b" providerId="ADAL" clId="{FD02C0B4-3587-4A7B-8B84-72624E2127F7}" dt="2025-01-13T15:50:21.743" v="793" actId="20577"/>
          <ac:spMkLst>
            <pc:docMk/>
            <pc:sldMk cId="4075839997" sldId="310"/>
            <ac:spMk id="6" creationId="{D7BBF654-33D0-625C-9FF1-3EAEC1596614}"/>
          </ac:spMkLst>
        </pc:spChg>
      </pc:sldChg>
      <pc:sldChg chg="modSp add mod ord">
        <pc:chgData name="Thomas VIGNON" userId="6c25c305-dff1-4ca2-8aae-c710cfd2502b" providerId="ADAL" clId="{FD02C0B4-3587-4A7B-8B84-72624E2127F7}" dt="2025-01-13T15:58:30.409" v="932" actId="20577"/>
        <pc:sldMkLst>
          <pc:docMk/>
          <pc:sldMk cId="1048765295" sldId="311"/>
        </pc:sldMkLst>
        <pc:spChg chg="mod">
          <ac:chgData name="Thomas VIGNON" userId="6c25c305-dff1-4ca2-8aae-c710cfd2502b" providerId="ADAL" clId="{FD02C0B4-3587-4A7B-8B84-72624E2127F7}" dt="2025-01-13T15:58:30.409" v="932" actId="20577"/>
          <ac:spMkLst>
            <pc:docMk/>
            <pc:sldMk cId="1048765295" sldId="311"/>
            <ac:spMk id="5" creationId="{8DB305F8-0F40-B5AC-2385-55BCF8959931}"/>
          </ac:spMkLst>
        </pc:spChg>
      </pc:sldChg>
      <pc:sldChg chg="addSp delSp modSp add mod ord setBg">
        <pc:chgData name="Thomas VIGNON" userId="6c25c305-dff1-4ca2-8aae-c710cfd2502b" providerId="ADAL" clId="{FD02C0B4-3587-4A7B-8B84-72624E2127F7}" dt="2025-01-13T16:09:39.191" v="1237" actId="33524"/>
        <pc:sldMkLst>
          <pc:docMk/>
          <pc:sldMk cId="2510054714" sldId="312"/>
        </pc:sldMkLst>
        <pc:spChg chg="add mod">
          <ac:chgData name="Thomas VIGNON" userId="6c25c305-dff1-4ca2-8aae-c710cfd2502b" providerId="ADAL" clId="{FD02C0B4-3587-4A7B-8B84-72624E2127F7}" dt="2025-01-13T16:02:11.264" v="1138" actId="113"/>
          <ac:spMkLst>
            <pc:docMk/>
            <pc:sldMk cId="2510054714" sldId="312"/>
            <ac:spMk id="3" creationId="{6B152089-3030-3964-591E-B87949CCABD1}"/>
          </ac:spMkLst>
        </pc:spChg>
        <pc:spChg chg="mod">
          <ac:chgData name="Thomas VIGNON" userId="6c25c305-dff1-4ca2-8aae-c710cfd2502b" providerId="ADAL" clId="{FD02C0B4-3587-4A7B-8B84-72624E2127F7}" dt="2025-01-13T16:09:39.191" v="1237" actId="33524"/>
          <ac:spMkLst>
            <pc:docMk/>
            <pc:sldMk cId="2510054714" sldId="312"/>
            <ac:spMk id="6" creationId="{C9555AAD-E354-0147-1BE2-005299386040}"/>
          </ac:spMkLst>
        </pc:spChg>
        <pc:picChg chg="add mod ord">
          <ac:chgData name="Thomas VIGNON" userId="6c25c305-dff1-4ca2-8aae-c710cfd2502b" providerId="ADAL" clId="{FD02C0B4-3587-4A7B-8B84-72624E2127F7}" dt="2025-01-13T16:01:41.752" v="1136" actId="1076"/>
          <ac:picMkLst>
            <pc:docMk/>
            <pc:sldMk cId="2510054714" sldId="312"/>
            <ac:picMk id="2" creationId="{A005044D-29C5-CF88-C6E2-35A0781E7F49}"/>
          </ac:picMkLst>
        </pc:picChg>
        <pc:picChg chg="del">
          <ac:chgData name="Thomas VIGNON" userId="6c25c305-dff1-4ca2-8aae-c710cfd2502b" providerId="ADAL" clId="{FD02C0B4-3587-4A7B-8B84-72624E2127F7}" dt="2025-01-13T15:59:40.972" v="937" actId="478"/>
          <ac:picMkLst>
            <pc:docMk/>
            <pc:sldMk cId="2510054714" sldId="312"/>
            <ac:picMk id="4" creationId="{54D6C1E5-3D3D-2FC2-A062-E05DF8FF4668}"/>
          </ac:picMkLst>
        </pc:picChg>
      </pc:sldChg>
      <pc:sldChg chg="modSp add mod ord">
        <pc:chgData name="Thomas VIGNON" userId="6c25c305-dff1-4ca2-8aae-c710cfd2502b" providerId="ADAL" clId="{FD02C0B4-3587-4A7B-8B84-72624E2127F7}" dt="2025-01-13T16:02:54.418" v="1145" actId="20577"/>
        <pc:sldMkLst>
          <pc:docMk/>
          <pc:sldMk cId="3681892911" sldId="313"/>
        </pc:sldMkLst>
        <pc:spChg chg="mod">
          <ac:chgData name="Thomas VIGNON" userId="6c25c305-dff1-4ca2-8aae-c710cfd2502b" providerId="ADAL" clId="{FD02C0B4-3587-4A7B-8B84-72624E2127F7}" dt="2025-01-13T16:02:54.418" v="1145" actId="20577"/>
          <ac:spMkLst>
            <pc:docMk/>
            <pc:sldMk cId="3681892911" sldId="313"/>
            <ac:spMk id="5" creationId="{F79E8A59-ADD4-2BAF-B89F-1118B5C0F041}"/>
          </ac:spMkLst>
        </pc:spChg>
      </pc:sldChg>
      <pc:sldChg chg="modSp add mod ord">
        <pc:chgData name="Thomas VIGNON" userId="6c25c305-dff1-4ca2-8aae-c710cfd2502b" providerId="ADAL" clId="{FD02C0B4-3587-4A7B-8B84-72624E2127F7}" dt="2025-01-13T16:22:40.737" v="1633" actId="20577"/>
        <pc:sldMkLst>
          <pc:docMk/>
          <pc:sldMk cId="3796635779" sldId="314"/>
        </pc:sldMkLst>
        <pc:spChg chg="mod">
          <ac:chgData name="Thomas VIGNON" userId="6c25c305-dff1-4ca2-8aae-c710cfd2502b" providerId="ADAL" clId="{FD02C0B4-3587-4A7B-8B84-72624E2127F7}" dt="2025-01-13T16:22:40.737" v="1633" actId="20577"/>
          <ac:spMkLst>
            <pc:docMk/>
            <pc:sldMk cId="3796635779" sldId="314"/>
            <ac:spMk id="6" creationId="{7030D5E9-3590-18CB-9DAD-B7E001F150E3}"/>
          </ac:spMkLst>
        </pc:spChg>
      </pc:sldChg>
      <pc:sldChg chg="modSp add mod ord">
        <pc:chgData name="Thomas VIGNON" userId="6c25c305-dff1-4ca2-8aae-c710cfd2502b" providerId="ADAL" clId="{FD02C0B4-3587-4A7B-8B84-72624E2127F7}" dt="2025-01-13T16:11:13.821" v="1283" actId="20577"/>
        <pc:sldMkLst>
          <pc:docMk/>
          <pc:sldMk cId="2303716729" sldId="315"/>
        </pc:sldMkLst>
        <pc:spChg chg="mod">
          <ac:chgData name="Thomas VIGNON" userId="6c25c305-dff1-4ca2-8aae-c710cfd2502b" providerId="ADAL" clId="{FD02C0B4-3587-4A7B-8B84-72624E2127F7}" dt="2025-01-13T16:11:13.821" v="1283" actId="20577"/>
          <ac:spMkLst>
            <pc:docMk/>
            <pc:sldMk cId="2303716729" sldId="315"/>
            <ac:spMk id="5" creationId="{9829DBEA-CD41-75C4-096F-5F18D1ABBBFB}"/>
          </ac:spMkLst>
        </pc:spChg>
      </pc:sldChg>
      <pc:sldChg chg="modSp add mod">
        <pc:chgData name="Thomas VIGNON" userId="6c25c305-dff1-4ca2-8aae-c710cfd2502b" providerId="ADAL" clId="{FD02C0B4-3587-4A7B-8B84-72624E2127F7}" dt="2025-01-13T16:11:22.173" v="1286" actId="20577"/>
        <pc:sldMkLst>
          <pc:docMk/>
          <pc:sldMk cId="611606252" sldId="316"/>
        </pc:sldMkLst>
        <pc:spChg chg="mod">
          <ac:chgData name="Thomas VIGNON" userId="6c25c305-dff1-4ca2-8aae-c710cfd2502b" providerId="ADAL" clId="{FD02C0B4-3587-4A7B-8B84-72624E2127F7}" dt="2025-01-13T16:11:22.173" v="1286" actId="20577"/>
          <ac:spMkLst>
            <pc:docMk/>
            <pc:sldMk cId="611606252" sldId="316"/>
            <ac:spMk id="5" creationId="{0752768B-3438-A930-7B5A-8AF9CE763864}"/>
          </ac:spMkLst>
        </pc:spChg>
      </pc:sldChg>
      <pc:sldChg chg="modSp add mod">
        <pc:chgData name="Thomas VIGNON" userId="6c25c305-dff1-4ca2-8aae-c710cfd2502b" providerId="ADAL" clId="{FD02C0B4-3587-4A7B-8B84-72624E2127F7}" dt="2025-01-13T16:11:30.040" v="1289" actId="20577"/>
        <pc:sldMkLst>
          <pc:docMk/>
          <pc:sldMk cId="2501675773" sldId="317"/>
        </pc:sldMkLst>
        <pc:spChg chg="mod">
          <ac:chgData name="Thomas VIGNON" userId="6c25c305-dff1-4ca2-8aae-c710cfd2502b" providerId="ADAL" clId="{FD02C0B4-3587-4A7B-8B84-72624E2127F7}" dt="2025-01-13T16:11:30.040" v="1289" actId="20577"/>
          <ac:spMkLst>
            <pc:docMk/>
            <pc:sldMk cId="2501675773" sldId="317"/>
            <ac:spMk id="5" creationId="{ED305BFF-6CF5-1D2C-A70F-E64AB2ABB4F8}"/>
          </ac:spMkLst>
        </pc:spChg>
      </pc:sldChg>
      <pc:sldChg chg="modSp add mod">
        <pc:chgData name="Thomas VIGNON" userId="6c25c305-dff1-4ca2-8aae-c710cfd2502b" providerId="ADAL" clId="{FD02C0B4-3587-4A7B-8B84-72624E2127F7}" dt="2025-01-13T16:11:40.989" v="1294" actId="20577"/>
        <pc:sldMkLst>
          <pc:docMk/>
          <pc:sldMk cId="4246749849" sldId="318"/>
        </pc:sldMkLst>
        <pc:spChg chg="mod">
          <ac:chgData name="Thomas VIGNON" userId="6c25c305-dff1-4ca2-8aae-c710cfd2502b" providerId="ADAL" clId="{FD02C0B4-3587-4A7B-8B84-72624E2127F7}" dt="2025-01-13T16:11:40.989" v="1294" actId="20577"/>
          <ac:spMkLst>
            <pc:docMk/>
            <pc:sldMk cId="4246749849" sldId="318"/>
            <ac:spMk id="5" creationId="{5AA3F0C8-262A-F3D9-3776-884E56D48CF8}"/>
          </ac:spMkLst>
        </pc:spChg>
      </pc:sldChg>
      <pc:sldChg chg="new del">
        <pc:chgData name="Thomas VIGNON" userId="6c25c305-dff1-4ca2-8aae-c710cfd2502b" providerId="ADAL" clId="{FD02C0B4-3587-4A7B-8B84-72624E2127F7}" dt="2025-01-13T16:12:45.311" v="1297" actId="47"/>
        <pc:sldMkLst>
          <pc:docMk/>
          <pc:sldMk cId="4271057045" sldId="319"/>
        </pc:sldMkLst>
      </pc:sldChg>
      <pc:sldChg chg="modSp add mod setBg">
        <pc:chgData name="Thomas VIGNON" userId="6c25c305-dff1-4ca2-8aae-c710cfd2502b" providerId="ADAL" clId="{FD02C0B4-3587-4A7B-8B84-72624E2127F7}" dt="2025-01-13T16:14:24.885" v="1315" actId="20577"/>
        <pc:sldMkLst>
          <pc:docMk/>
          <pc:sldMk cId="3259694627" sldId="320"/>
        </pc:sldMkLst>
        <pc:spChg chg="mod">
          <ac:chgData name="Thomas VIGNON" userId="6c25c305-dff1-4ca2-8aae-c710cfd2502b" providerId="ADAL" clId="{FD02C0B4-3587-4A7B-8B84-72624E2127F7}" dt="2025-01-13T16:14:24.885" v="1315" actId="20577"/>
          <ac:spMkLst>
            <pc:docMk/>
            <pc:sldMk cId="3259694627" sldId="320"/>
            <ac:spMk id="2" creationId="{F58B9171-C189-4718-AF47-A3E3C525292C}"/>
          </ac:spMkLst>
        </pc:spChg>
      </pc:sldChg>
      <pc:sldChg chg="modSp add mod">
        <pc:chgData name="Thomas VIGNON" userId="6c25c305-dff1-4ca2-8aae-c710cfd2502b" providerId="ADAL" clId="{FD02C0B4-3587-4A7B-8B84-72624E2127F7}" dt="2025-01-13T16:14:38.677" v="1337" actId="20577"/>
        <pc:sldMkLst>
          <pc:docMk/>
          <pc:sldMk cId="1550035895" sldId="321"/>
        </pc:sldMkLst>
        <pc:spChg chg="mod">
          <ac:chgData name="Thomas VIGNON" userId="6c25c305-dff1-4ca2-8aae-c710cfd2502b" providerId="ADAL" clId="{FD02C0B4-3587-4A7B-8B84-72624E2127F7}" dt="2025-01-13T16:14:38.677" v="1337" actId="20577"/>
          <ac:spMkLst>
            <pc:docMk/>
            <pc:sldMk cId="1550035895" sldId="321"/>
            <ac:spMk id="2" creationId="{D48E2C50-301F-9C6C-2478-AFECBA5C74A5}"/>
          </ac:spMkLst>
        </pc:spChg>
      </pc:sldChg>
      <pc:sldChg chg="modSp add mod">
        <pc:chgData name="Thomas VIGNON" userId="6c25c305-dff1-4ca2-8aae-c710cfd2502b" providerId="ADAL" clId="{FD02C0B4-3587-4A7B-8B84-72624E2127F7}" dt="2025-01-13T16:16:24.284" v="1406" actId="20577"/>
        <pc:sldMkLst>
          <pc:docMk/>
          <pc:sldMk cId="847184227" sldId="322"/>
        </pc:sldMkLst>
        <pc:spChg chg="mod">
          <ac:chgData name="Thomas VIGNON" userId="6c25c305-dff1-4ca2-8aae-c710cfd2502b" providerId="ADAL" clId="{FD02C0B4-3587-4A7B-8B84-72624E2127F7}" dt="2025-01-13T16:16:24.284" v="1406" actId="20577"/>
          <ac:spMkLst>
            <pc:docMk/>
            <pc:sldMk cId="847184227" sldId="322"/>
            <ac:spMk id="2" creationId="{5EFEAC31-EB0E-6149-5185-8B23C3C41A36}"/>
          </ac:spMkLst>
        </pc:spChg>
      </pc:sldChg>
      <pc:sldChg chg="modSp add mod">
        <pc:chgData name="Thomas VIGNON" userId="6c25c305-dff1-4ca2-8aae-c710cfd2502b" providerId="ADAL" clId="{FD02C0B4-3587-4A7B-8B84-72624E2127F7}" dt="2025-01-13T16:21:01.313" v="1592" actId="20577"/>
        <pc:sldMkLst>
          <pc:docMk/>
          <pc:sldMk cId="987907411" sldId="323"/>
        </pc:sldMkLst>
        <pc:spChg chg="mod ord">
          <ac:chgData name="Thomas VIGNON" userId="6c25c305-dff1-4ca2-8aae-c710cfd2502b" providerId="ADAL" clId="{FD02C0B4-3587-4A7B-8B84-72624E2127F7}" dt="2025-01-13T16:21:01.313" v="1592" actId="20577"/>
          <ac:spMkLst>
            <pc:docMk/>
            <pc:sldMk cId="987907411" sldId="323"/>
            <ac:spMk id="2" creationId="{74F9A668-3F93-BC7C-E8B7-21BF846310EA}"/>
          </ac:spMkLst>
        </pc:spChg>
        <pc:picChg chg="mod ord">
          <ac:chgData name="Thomas VIGNON" userId="6c25c305-dff1-4ca2-8aae-c710cfd2502b" providerId="ADAL" clId="{FD02C0B4-3587-4A7B-8B84-72624E2127F7}" dt="2025-01-13T16:20:08.606" v="1545" actId="1076"/>
          <ac:picMkLst>
            <pc:docMk/>
            <pc:sldMk cId="987907411" sldId="323"/>
            <ac:picMk id="7" creationId="{479F0D37-BCEB-BAA7-83BA-AAAA8A68BF23}"/>
          </ac:picMkLst>
        </pc:picChg>
      </pc:sldChg>
      <pc:sldChg chg="modSp add mod setBg">
        <pc:chgData name="Thomas VIGNON" userId="6c25c305-dff1-4ca2-8aae-c710cfd2502b" providerId="ADAL" clId="{FD02C0B4-3587-4A7B-8B84-72624E2127F7}" dt="2025-01-13T16:23:08.941" v="1636" actId="20577"/>
        <pc:sldMkLst>
          <pc:docMk/>
          <pc:sldMk cId="450994033" sldId="324"/>
        </pc:sldMkLst>
        <pc:spChg chg="mod">
          <ac:chgData name="Thomas VIGNON" userId="6c25c305-dff1-4ca2-8aae-c710cfd2502b" providerId="ADAL" clId="{FD02C0B4-3587-4A7B-8B84-72624E2127F7}" dt="2025-01-13T16:23:08.941" v="1636" actId="20577"/>
          <ac:spMkLst>
            <pc:docMk/>
            <pc:sldMk cId="450994033" sldId="324"/>
            <ac:spMk id="5" creationId="{DA8F54F7-CD8A-D66A-7A4A-548F54FDBF9E}"/>
          </ac:spMkLst>
        </pc:spChg>
      </pc:sldChg>
      <pc:sldChg chg="modSp add mod ord">
        <pc:chgData name="Thomas VIGNON" userId="6c25c305-dff1-4ca2-8aae-c710cfd2502b" providerId="ADAL" clId="{FD02C0B4-3587-4A7B-8B84-72624E2127F7}" dt="2025-01-13T16:36:04.249" v="1646"/>
        <pc:sldMkLst>
          <pc:docMk/>
          <pc:sldMk cId="763997939" sldId="325"/>
        </pc:sldMkLst>
        <pc:spChg chg="mod">
          <ac:chgData name="Thomas VIGNON" userId="6c25c305-dff1-4ca2-8aae-c710cfd2502b" providerId="ADAL" clId="{FD02C0B4-3587-4A7B-8B84-72624E2127F7}" dt="2025-01-13T16:36:04.249" v="1646"/>
          <ac:spMkLst>
            <pc:docMk/>
            <pc:sldMk cId="763997939" sldId="325"/>
            <ac:spMk id="6" creationId="{10818290-AD71-F357-5106-EE5CD3A62461}"/>
          </ac:spMkLst>
        </pc:spChg>
      </pc:sldChg>
      <pc:sldChg chg="add del setBg">
        <pc:chgData name="Thomas VIGNON" userId="6c25c305-dff1-4ca2-8aae-c710cfd2502b" providerId="ADAL" clId="{FD02C0B4-3587-4A7B-8B84-72624E2127F7}" dt="2025-01-13T16:24:33.915" v="1638" actId="47"/>
        <pc:sldMkLst>
          <pc:docMk/>
          <pc:sldMk cId="3574636631" sldId="325"/>
        </pc:sldMkLst>
      </pc:sldChg>
      <pc:sldChg chg="modSp add mod ord">
        <pc:chgData name="Thomas VIGNON" userId="6c25c305-dff1-4ca2-8aae-c710cfd2502b" providerId="ADAL" clId="{FD02C0B4-3587-4A7B-8B84-72624E2127F7}" dt="2025-01-13T16:36:30.857" v="1651" actId="20577"/>
        <pc:sldMkLst>
          <pc:docMk/>
          <pc:sldMk cId="1664057217" sldId="326"/>
        </pc:sldMkLst>
        <pc:spChg chg="mod">
          <ac:chgData name="Thomas VIGNON" userId="6c25c305-dff1-4ca2-8aae-c710cfd2502b" providerId="ADAL" clId="{FD02C0B4-3587-4A7B-8B84-72624E2127F7}" dt="2025-01-13T16:36:30.857" v="1651" actId="20577"/>
          <ac:spMkLst>
            <pc:docMk/>
            <pc:sldMk cId="1664057217" sldId="326"/>
            <ac:spMk id="5" creationId="{5C04FAF5-F4F1-C43D-1C97-C04A1DA9DD16}"/>
          </ac:spMkLst>
        </pc:spChg>
      </pc:sldChg>
      <pc:sldChg chg="addSp delSp modSp add mod ord">
        <pc:chgData name="Thomas VIGNON" userId="6c25c305-dff1-4ca2-8aae-c710cfd2502b" providerId="ADAL" clId="{FD02C0B4-3587-4A7B-8B84-72624E2127F7}" dt="2025-01-13T16:50:22.284" v="1846" actId="20577"/>
        <pc:sldMkLst>
          <pc:docMk/>
          <pc:sldMk cId="2300847165" sldId="327"/>
        </pc:sldMkLst>
        <pc:spChg chg="del mod">
          <ac:chgData name="Thomas VIGNON" userId="6c25c305-dff1-4ca2-8aae-c710cfd2502b" providerId="ADAL" clId="{FD02C0B4-3587-4A7B-8B84-72624E2127F7}" dt="2025-01-13T16:37:53.905" v="1678" actId="478"/>
          <ac:spMkLst>
            <pc:docMk/>
            <pc:sldMk cId="2300847165" sldId="327"/>
            <ac:spMk id="2" creationId="{4A099F8F-E8BE-A23B-54F4-EEE5E7E5EA56}"/>
          </ac:spMkLst>
        </pc:spChg>
        <pc:spChg chg="add mod">
          <ac:chgData name="Thomas VIGNON" userId="6c25c305-dff1-4ca2-8aae-c710cfd2502b" providerId="ADAL" clId="{FD02C0B4-3587-4A7B-8B84-72624E2127F7}" dt="2025-01-13T16:50:22.284" v="1846" actId="20577"/>
          <ac:spMkLst>
            <pc:docMk/>
            <pc:sldMk cId="2300847165" sldId="327"/>
            <ac:spMk id="5" creationId="{16D0DC46-9BB1-BB2C-130C-6CA4CC90A318}"/>
          </ac:spMkLst>
        </pc:spChg>
        <pc:picChg chg="add mod">
          <ac:chgData name="Thomas VIGNON" userId="6c25c305-dff1-4ca2-8aae-c710cfd2502b" providerId="ADAL" clId="{FD02C0B4-3587-4A7B-8B84-72624E2127F7}" dt="2025-01-13T16:37:41.376" v="1663" actId="1076"/>
          <ac:picMkLst>
            <pc:docMk/>
            <pc:sldMk cId="2300847165" sldId="327"/>
            <ac:picMk id="4" creationId="{C0E1E398-1DCE-0B7D-608F-1D8852095A73}"/>
          </ac:picMkLst>
        </pc:picChg>
      </pc:sldChg>
      <pc:sldChg chg="modSp add mod ord">
        <pc:chgData name="Thomas VIGNON" userId="6c25c305-dff1-4ca2-8aae-c710cfd2502b" providerId="ADAL" clId="{FD02C0B4-3587-4A7B-8B84-72624E2127F7}" dt="2025-01-13T16:50:59.288" v="1851" actId="20577"/>
        <pc:sldMkLst>
          <pc:docMk/>
          <pc:sldMk cId="253481387" sldId="328"/>
        </pc:sldMkLst>
        <pc:spChg chg="mod">
          <ac:chgData name="Thomas VIGNON" userId="6c25c305-dff1-4ca2-8aae-c710cfd2502b" providerId="ADAL" clId="{FD02C0B4-3587-4A7B-8B84-72624E2127F7}" dt="2025-01-13T16:50:59.288" v="1851" actId="20577"/>
          <ac:spMkLst>
            <pc:docMk/>
            <pc:sldMk cId="253481387" sldId="328"/>
            <ac:spMk id="5" creationId="{9E403625-E9C9-CF15-55A3-39E39C2ED3FB}"/>
          </ac:spMkLst>
        </pc:spChg>
      </pc:sldChg>
      <pc:sldChg chg="delSp modSp add mod ord">
        <pc:chgData name="Thomas VIGNON" userId="6c25c305-dff1-4ca2-8aae-c710cfd2502b" providerId="ADAL" clId="{FD02C0B4-3587-4A7B-8B84-72624E2127F7}" dt="2025-01-13T17:17:54.135" v="2317" actId="1076"/>
        <pc:sldMkLst>
          <pc:docMk/>
          <pc:sldMk cId="978337364" sldId="329"/>
        </pc:sldMkLst>
        <pc:spChg chg="mod">
          <ac:chgData name="Thomas VIGNON" userId="6c25c305-dff1-4ca2-8aae-c710cfd2502b" providerId="ADAL" clId="{FD02C0B4-3587-4A7B-8B84-72624E2127F7}" dt="2025-01-13T16:59:16.618" v="2250" actId="20577"/>
          <ac:spMkLst>
            <pc:docMk/>
            <pc:sldMk cId="978337364" sldId="329"/>
            <ac:spMk id="5" creationId="{1ADE7169-0255-A208-44DA-FD98F3380E88}"/>
          </ac:spMkLst>
        </pc:spChg>
        <pc:picChg chg="del">
          <ac:chgData name="Thomas VIGNON" userId="6c25c305-dff1-4ca2-8aae-c710cfd2502b" providerId="ADAL" clId="{FD02C0B4-3587-4A7B-8B84-72624E2127F7}" dt="2025-01-13T16:52:51.357" v="1935" actId="478"/>
          <ac:picMkLst>
            <pc:docMk/>
            <pc:sldMk cId="978337364" sldId="329"/>
            <ac:picMk id="4" creationId="{64BBC844-3734-12E4-38B8-F65AAAAECB07}"/>
          </ac:picMkLst>
        </pc:picChg>
        <pc:picChg chg="mod">
          <ac:chgData name="Thomas VIGNON" userId="6c25c305-dff1-4ca2-8aae-c710cfd2502b" providerId="ADAL" clId="{FD02C0B4-3587-4A7B-8B84-72624E2127F7}" dt="2025-01-13T17:17:54.135" v="2317" actId="1076"/>
          <ac:picMkLst>
            <pc:docMk/>
            <pc:sldMk cId="978337364" sldId="329"/>
            <ac:picMk id="7" creationId="{E1D89FAE-FF2C-19E7-8DD0-A8FE1D9B0767}"/>
          </ac:picMkLst>
        </pc:picChg>
      </pc:sldChg>
      <pc:sldChg chg="modSp add mod ord">
        <pc:chgData name="Thomas VIGNON" userId="6c25c305-dff1-4ca2-8aae-c710cfd2502b" providerId="ADAL" clId="{FD02C0B4-3587-4A7B-8B84-72624E2127F7}" dt="2025-01-13T17:01:31.892" v="2259" actId="20577"/>
        <pc:sldMkLst>
          <pc:docMk/>
          <pc:sldMk cId="1519854211" sldId="330"/>
        </pc:sldMkLst>
        <pc:spChg chg="mod">
          <ac:chgData name="Thomas VIGNON" userId="6c25c305-dff1-4ca2-8aae-c710cfd2502b" providerId="ADAL" clId="{FD02C0B4-3587-4A7B-8B84-72624E2127F7}" dt="2025-01-13T17:01:31.892" v="2259" actId="20577"/>
          <ac:spMkLst>
            <pc:docMk/>
            <pc:sldMk cId="1519854211" sldId="330"/>
            <ac:spMk id="5" creationId="{842F33FA-0212-8752-47F4-3E80F6467783}"/>
          </ac:spMkLst>
        </pc:spChg>
      </pc:sldChg>
      <pc:sldChg chg="modSp add mod ord">
        <pc:chgData name="Thomas VIGNON" userId="6c25c305-dff1-4ca2-8aae-c710cfd2502b" providerId="ADAL" clId="{FD02C0B4-3587-4A7B-8B84-72624E2127F7}" dt="2025-01-13T17:07:23.927" v="2304" actId="20577"/>
        <pc:sldMkLst>
          <pc:docMk/>
          <pc:sldMk cId="1900159819" sldId="331"/>
        </pc:sldMkLst>
        <pc:spChg chg="mod">
          <ac:chgData name="Thomas VIGNON" userId="6c25c305-dff1-4ca2-8aae-c710cfd2502b" providerId="ADAL" clId="{FD02C0B4-3587-4A7B-8B84-72624E2127F7}" dt="2025-01-13T17:07:23.927" v="2304" actId="20577"/>
          <ac:spMkLst>
            <pc:docMk/>
            <pc:sldMk cId="1900159819" sldId="331"/>
            <ac:spMk id="6" creationId="{76182F9F-5757-6568-3B18-EF2435DBE92E}"/>
          </ac:spMkLst>
        </pc:spChg>
      </pc:sldChg>
      <pc:sldChg chg="modSp add mod ord">
        <pc:chgData name="Thomas VIGNON" userId="6c25c305-dff1-4ca2-8aae-c710cfd2502b" providerId="ADAL" clId="{FD02C0B4-3587-4A7B-8B84-72624E2127F7}" dt="2025-01-13T17:07:39.291" v="2309" actId="20577"/>
        <pc:sldMkLst>
          <pc:docMk/>
          <pc:sldMk cId="3332688381" sldId="332"/>
        </pc:sldMkLst>
        <pc:spChg chg="mod">
          <ac:chgData name="Thomas VIGNON" userId="6c25c305-dff1-4ca2-8aae-c710cfd2502b" providerId="ADAL" clId="{FD02C0B4-3587-4A7B-8B84-72624E2127F7}" dt="2025-01-13T17:07:39.291" v="2309" actId="20577"/>
          <ac:spMkLst>
            <pc:docMk/>
            <pc:sldMk cId="3332688381" sldId="332"/>
            <ac:spMk id="5" creationId="{095D9134-FF03-7553-E78D-F8E91A40CE3A}"/>
          </ac:spMkLst>
        </pc:spChg>
      </pc:sldChg>
      <pc:sldChg chg="modSp add mod ord">
        <pc:chgData name="Thomas VIGNON" userId="6c25c305-dff1-4ca2-8aae-c710cfd2502b" providerId="ADAL" clId="{FD02C0B4-3587-4A7B-8B84-72624E2127F7}" dt="2025-01-13T17:18:55.979" v="2327" actId="20577"/>
        <pc:sldMkLst>
          <pc:docMk/>
          <pc:sldMk cId="2436036453" sldId="333"/>
        </pc:sldMkLst>
        <pc:spChg chg="mod">
          <ac:chgData name="Thomas VIGNON" userId="6c25c305-dff1-4ca2-8aae-c710cfd2502b" providerId="ADAL" clId="{FD02C0B4-3587-4A7B-8B84-72624E2127F7}" dt="2025-01-13T17:18:55.979" v="2327" actId="20577"/>
          <ac:spMkLst>
            <pc:docMk/>
            <pc:sldMk cId="2436036453" sldId="333"/>
            <ac:spMk id="5" creationId="{93F60D59-60BB-5C36-C42D-6F92C3382DE3}"/>
          </ac:spMkLst>
        </pc:spChg>
      </pc:sldChg>
      <pc:sldChg chg="modSp add mod">
        <pc:chgData name="Thomas VIGNON" userId="6c25c305-dff1-4ca2-8aae-c710cfd2502b" providerId="ADAL" clId="{FD02C0B4-3587-4A7B-8B84-72624E2127F7}" dt="2025-01-13T17:21:54.963" v="2377" actId="20577"/>
        <pc:sldMkLst>
          <pc:docMk/>
          <pc:sldMk cId="2220913107" sldId="334"/>
        </pc:sldMkLst>
        <pc:spChg chg="mod">
          <ac:chgData name="Thomas VIGNON" userId="6c25c305-dff1-4ca2-8aae-c710cfd2502b" providerId="ADAL" clId="{FD02C0B4-3587-4A7B-8B84-72624E2127F7}" dt="2025-01-13T17:21:54.963" v="2377" actId="20577"/>
          <ac:spMkLst>
            <pc:docMk/>
            <pc:sldMk cId="2220913107" sldId="334"/>
            <ac:spMk id="5" creationId="{694DDA33-D5F0-F262-AE29-33930B1E7466}"/>
          </ac:spMkLst>
        </pc:spChg>
      </pc:sldChg>
      <pc:sldChg chg="modSp add mod setBg">
        <pc:chgData name="Thomas VIGNON" userId="6c25c305-dff1-4ca2-8aae-c710cfd2502b" providerId="ADAL" clId="{FD02C0B4-3587-4A7B-8B84-72624E2127F7}" dt="2025-01-13T19:18:59.887" v="2818" actId="20577"/>
        <pc:sldMkLst>
          <pc:docMk/>
          <pc:sldMk cId="3019211240" sldId="335"/>
        </pc:sldMkLst>
        <pc:spChg chg="mod">
          <ac:chgData name="Thomas VIGNON" userId="6c25c305-dff1-4ca2-8aae-c710cfd2502b" providerId="ADAL" clId="{FD02C0B4-3587-4A7B-8B84-72624E2127F7}" dt="2025-01-13T19:18:59.887" v="2818" actId="20577"/>
          <ac:spMkLst>
            <pc:docMk/>
            <pc:sldMk cId="3019211240" sldId="335"/>
            <ac:spMk id="6" creationId="{5AA898E3-CF69-5431-AF37-CC979F7FF15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62572D-6791-4648-B0FE-CDD21B4A0F17}" type="datetimeFigureOut">
              <a:rPr lang="fr-FR" smtClean="0"/>
              <a:t>13/01/2025</a:t>
            </a:fld>
            <a:endParaRPr lang="fr-FR"/>
          </a:p>
        </p:txBody>
      </p:sp>
      <p:sp>
        <p:nvSpPr>
          <p:cNvPr id="4" name="Espace réservé de l'image des diapositives 3"/>
          <p:cNvSpPr>
            <a:spLocks noGrp="1" noRot="1" noChangeAspect="1"/>
          </p:cNvSpPr>
          <p:nvPr>
            <p:ph type="sldImg" idx="2"/>
          </p:nvPr>
        </p:nvSpPr>
        <p:spPr>
          <a:xfrm>
            <a:off x="2560638" y="1143000"/>
            <a:ext cx="1736725"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2610CA-377A-4C2E-8612-954492694798}" type="slidenum">
              <a:rPr lang="fr-FR" smtClean="0"/>
              <a:t>‹N°›</a:t>
            </a:fld>
            <a:endParaRPr lang="fr-FR"/>
          </a:p>
        </p:txBody>
      </p:sp>
    </p:spTree>
    <p:extLst>
      <p:ext uri="{BB962C8B-B14F-4D97-AF65-F5344CB8AC3E}">
        <p14:creationId xmlns:p14="http://schemas.microsoft.com/office/powerpoint/2010/main" val="1705825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385763" y="1496484"/>
            <a:ext cx="4371975" cy="3183467"/>
          </a:xfrm>
        </p:spPr>
        <p:txBody>
          <a:bodyPr anchor="b"/>
          <a:lstStyle>
            <a:lvl1pPr algn="ctr">
              <a:defRPr sz="3375"/>
            </a:lvl1pPr>
          </a:lstStyle>
          <a:p>
            <a:r>
              <a:rPr lang="fr-FR"/>
              <a:t>Modifiez le style du titre</a:t>
            </a:r>
            <a:endParaRPr lang="en-US" dirty="0"/>
          </a:p>
        </p:txBody>
      </p:sp>
      <p:sp>
        <p:nvSpPr>
          <p:cNvPr id="3" name="Subtitle 2"/>
          <p:cNvSpPr>
            <a:spLocks noGrp="1"/>
          </p:cNvSpPr>
          <p:nvPr>
            <p:ph type="subTitle" idx="1"/>
          </p:nvPr>
        </p:nvSpPr>
        <p:spPr>
          <a:xfrm>
            <a:off x="642938" y="4802717"/>
            <a:ext cx="3857625" cy="2207683"/>
          </a:xfrm>
        </p:spPr>
        <p:txBody>
          <a:bodyPr/>
          <a:lstStyle>
            <a:lvl1pPr marL="0" indent="0" algn="ctr">
              <a:buNone/>
              <a:defRPr sz="1350"/>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EC13D87E-4D2B-44CC-9218-1504918D0D20}" type="datetimeFigureOut">
              <a:rPr lang="fr-FR" smtClean="0"/>
              <a:t>13/01/2025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7999C86-5176-4F05-BA99-E43B63F61110}" type="slidenum">
              <a:rPr lang="fr-FR" smtClean="0"/>
              <a:t>‹N°›</a:t>
            </a:fld>
            <a:endParaRPr lang="fr-FR"/>
          </a:p>
        </p:txBody>
      </p:sp>
    </p:spTree>
    <p:extLst>
      <p:ext uri="{BB962C8B-B14F-4D97-AF65-F5344CB8AC3E}">
        <p14:creationId xmlns:p14="http://schemas.microsoft.com/office/powerpoint/2010/main" val="2384096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C13D87E-4D2B-44CC-9218-1504918D0D20}" type="datetimeFigureOut">
              <a:rPr lang="fr-FR" smtClean="0"/>
              <a:t>13/01/2025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7999C86-5176-4F05-BA99-E43B63F61110}" type="slidenum">
              <a:rPr lang="fr-FR" smtClean="0"/>
              <a:t>‹N°›</a:t>
            </a:fld>
            <a:endParaRPr lang="fr-FR"/>
          </a:p>
        </p:txBody>
      </p:sp>
    </p:spTree>
    <p:extLst>
      <p:ext uri="{BB962C8B-B14F-4D97-AF65-F5344CB8AC3E}">
        <p14:creationId xmlns:p14="http://schemas.microsoft.com/office/powerpoint/2010/main" val="1940771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350937" y="2279653"/>
            <a:ext cx="4436269" cy="3803649"/>
          </a:xfrm>
        </p:spPr>
        <p:txBody>
          <a:bodyPr anchor="b"/>
          <a:lstStyle>
            <a:lvl1pPr>
              <a:defRPr sz="3375"/>
            </a:lvl1pPr>
          </a:lstStyle>
          <a:p>
            <a:r>
              <a:rPr lang="fr-FR"/>
              <a:t>Modifiez le style du titre</a:t>
            </a:r>
            <a:endParaRPr lang="en-US" dirty="0"/>
          </a:p>
        </p:txBody>
      </p:sp>
      <p:sp>
        <p:nvSpPr>
          <p:cNvPr id="3" name="Text Placeholder 2"/>
          <p:cNvSpPr>
            <a:spLocks noGrp="1"/>
          </p:cNvSpPr>
          <p:nvPr>
            <p:ph type="body" idx="1"/>
          </p:nvPr>
        </p:nvSpPr>
        <p:spPr>
          <a:xfrm>
            <a:off x="350937" y="6119286"/>
            <a:ext cx="4436269" cy="2000249"/>
          </a:xfrm>
        </p:spPr>
        <p:txBody>
          <a:bodyPr/>
          <a:lstStyle>
            <a:lvl1pPr marL="0" indent="0">
              <a:buNone/>
              <a:defRPr sz="1350">
                <a:solidFill>
                  <a:schemeClr val="tx1">
                    <a:tint val="82000"/>
                  </a:schemeClr>
                </a:solidFill>
              </a:defRPr>
            </a:lvl1pPr>
            <a:lvl2pPr marL="257175" indent="0">
              <a:buNone/>
              <a:defRPr sz="1125">
                <a:solidFill>
                  <a:schemeClr val="tx1">
                    <a:tint val="82000"/>
                  </a:schemeClr>
                </a:solidFill>
              </a:defRPr>
            </a:lvl2pPr>
            <a:lvl3pPr marL="514350" indent="0">
              <a:buNone/>
              <a:defRPr sz="1013">
                <a:solidFill>
                  <a:schemeClr val="tx1">
                    <a:tint val="82000"/>
                  </a:schemeClr>
                </a:solidFill>
              </a:defRPr>
            </a:lvl3pPr>
            <a:lvl4pPr marL="771525" indent="0">
              <a:buNone/>
              <a:defRPr sz="900">
                <a:solidFill>
                  <a:schemeClr val="tx1">
                    <a:tint val="82000"/>
                  </a:schemeClr>
                </a:solidFill>
              </a:defRPr>
            </a:lvl4pPr>
            <a:lvl5pPr marL="1028700" indent="0">
              <a:buNone/>
              <a:defRPr sz="900">
                <a:solidFill>
                  <a:schemeClr val="tx1">
                    <a:tint val="82000"/>
                  </a:schemeClr>
                </a:solidFill>
              </a:defRPr>
            </a:lvl5pPr>
            <a:lvl6pPr marL="1285875" indent="0">
              <a:buNone/>
              <a:defRPr sz="900">
                <a:solidFill>
                  <a:schemeClr val="tx1">
                    <a:tint val="82000"/>
                  </a:schemeClr>
                </a:solidFill>
              </a:defRPr>
            </a:lvl6pPr>
            <a:lvl7pPr marL="1543050" indent="0">
              <a:buNone/>
              <a:defRPr sz="900">
                <a:solidFill>
                  <a:schemeClr val="tx1">
                    <a:tint val="82000"/>
                  </a:schemeClr>
                </a:solidFill>
              </a:defRPr>
            </a:lvl7pPr>
            <a:lvl8pPr marL="1800225" indent="0">
              <a:buNone/>
              <a:defRPr sz="900">
                <a:solidFill>
                  <a:schemeClr val="tx1">
                    <a:tint val="82000"/>
                  </a:schemeClr>
                </a:solidFill>
              </a:defRPr>
            </a:lvl8pPr>
            <a:lvl9pPr marL="2057400" indent="0">
              <a:buNone/>
              <a:defRPr sz="900">
                <a:solidFill>
                  <a:schemeClr val="tx1">
                    <a:tint val="82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EC13D87E-4D2B-44CC-9218-1504918D0D20}" type="datetimeFigureOut">
              <a:rPr lang="fr-FR" smtClean="0"/>
              <a:t>13/01/2025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7999C86-5176-4F05-BA99-E43B63F61110}" type="slidenum">
              <a:rPr lang="fr-FR" smtClean="0"/>
              <a:t>‹N°›</a:t>
            </a:fld>
            <a:endParaRPr lang="fr-FR"/>
          </a:p>
        </p:txBody>
      </p:sp>
    </p:spTree>
    <p:extLst>
      <p:ext uri="{BB962C8B-B14F-4D97-AF65-F5344CB8AC3E}">
        <p14:creationId xmlns:p14="http://schemas.microsoft.com/office/powerpoint/2010/main" val="663671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353615" y="2434167"/>
            <a:ext cx="2185988" cy="580178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2603897" y="2434167"/>
            <a:ext cx="2185988" cy="580178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EC13D87E-4D2B-44CC-9218-1504918D0D20}" type="datetimeFigureOut">
              <a:rPr lang="fr-FR" smtClean="0"/>
              <a:t>13/01/2025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17999C86-5176-4F05-BA99-E43B63F61110}" type="slidenum">
              <a:rPr lang="fr-FR" smtClean="0"/>
              <a:t>‹N°›</a:t>
            </a:fld>
            <a:endParaRPr lang="fr-FR"/>
          </a:p>
        </p:txBody>
      </p:sp>
    </p:spTree>
    <p:extLst>
      <p:ext uri="{BB962C8B-B14F-4D97-AF65-F5344CB8AC3E}">
        <p14:creationId xmlns:p14="http://schemas.microsoft.com/office/powerpoint/2010/main" val="683432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354285" y="486836"/>
            <a:ext cx="4436269" cy="1767417"/>
          </a:xfrm>
        </p:spPr>
        <p:txBody>
          <a:bodyPr/>
          <a:lstStyle/>
          <a:p>
            <a:r>
              <a:rPr lang="fr-FR"/>
              <a:t>Modifiez le style du titre</a:t>
            </a:r>
            <a:endParaRPr lang="en-US" dirty="0"/>
          </a:p>
        </p:txBody>
      </p:sp>
      <p:sp>
        <p:nvSpPr>
          <p:cNvPr id="3" name="Text Placeholder 2"/>
          <p:cNvSpPr>
            <a:spLocks noGrp="1"/>
          </p:cNvSpPr>
          <p:nvPr>
            <p:ph type="body" idx="1"/>
          </p:nvPr>
        </p:nvSpPr>
        <p:spPr>
          <a:xfrm>
            <a:off x="354286" y="2241551"/>
            <a:ext cx="2175941" cy="1098549"/>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fr-FR"/>
              <a:t>Cliquez pour modifier les styles du texte du masque</a:t>
            </a:r>
          </a:p>
        </p:txBody>
      </p:sp>
      <p:sp>
        <p:nvSpPr>
          <p:cNvPr id="4" name="Content Placeholder 3"/>
          <p:cNvSpPr>
            <a:spLocks noGrp="1"/>
          </p:cNvSpPr>
          <p:nvPr>
            <p:ph sz="half" idx="2"/>
          </p:nvPr>
        </p:nvSpPr>
        <p:spPr>
          <a:xfrm>
            <a:off x="354286" y="3340100"/>
            <a:ext cx="2175941" cy="491278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2603897" y="2241551"/>
            <a:ext cx="2186657" cy="1098549"/>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fr-FR"/>
              <a:t>Cliquez pour modifier les styles du texte du masque</a:t>
            </a:r>
          </a:p>
        </p:txBody>
      </p:sp>
      <p:sp>
        <p:nvSpPr>
          <p:cNvPr id="6" name="Content Placeholder 5"/>
          <p:cNvSpPr>
            <a:spLocks noGrp="1"/>
          </p:cNvSpPr>
          <p:nvPr>
            <p:ph sz="quarter" idx="4"/>
          </p:nvPr>
        </p:nvSpPr>
        <p:spPr>
          <a:xfrm>
            <a:off x="2603897" y="3340100"/>
            <a:ext cx="2186657" cy="491278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EC13D87E-4D2B-44CC-9218-1504918D0D20}" type="datetimeFigureOut">
              <a:rPr lang="fr-FR" smtClean="0"/>
              <a:t>13/01/2025</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17999C86-5176-4F05-BA99-E43B63F61110}" type="slidenum">
              <a:rPr lang="fr-FR" smtClean="0"/>
              <a:t>‹N°›</a:t>
            </a:fld>
            <a:endParaRPr lang="fr-FR"/>
          </a:p>
        </p:txBody>
      </p:sp>
    </p:spTree>
    <p:extLst>
      <p:ext uri="{BB962C8B-B14F-4D97-AF65-F5344CB8AC3E}">
        <p14:creationId xmlns:p14="http://schemas.microsoft.com/office/powerpoint/2010/main" val="582641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EC13D87E-4D2B-44CC-9218-1504918D0D20}" type="datetimeFigureOut">
              <a:rPr lang="fr-FR" smtClean="0"/>
              <a:t>13/01/2025</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17999C86-5176-4F05-BA99-E43B63F61110}" type="slidenum">
              <a:rPr lang="fr-FR" smtClean="0"/>
              <a:t>‹N°›</a:t>
            </a:fld>
            <a:endParaRPr lang="fr-FR"/>
          </a:p>
        </p:txBody>
      </p:sp>
    </p:spTree>
    <p:extLst>
      <p:ext uri="{BB962C8B-B14F-4D97-AF65-F5344CB8AC3E}">
        <p14:creationId xmlns:p14="http://schemas.microsoft.com/office/powerpoint/2010/main" val="3132834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13D87E-4D2B-44CC-9218-1504918D0D20}" type="datetimeFigureOut">
              <a:rPr lang="fr-FR" smtClean="0"/>
              <a:t>13/01/2025</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17999C86-5176-4F05-BA99-E43B63F61110}" type="slidenum">
              <a:rPr lang="fr-FR" smtClean="0"/>
              <a:t>‹N°›</a:t>
            </a:fld>
            <a:endParaRPr lang="fr-FR"/>
          </a:p>
        </p:txBody>
      </p:sp>
    </p:spTree>
    <p:extLst>
      <p:ext uri="{BB962C8B-B14F-4D97-AF65-F5344CB8AC3E}">
        <p14:creationId xmlns:p14="http://schemas.microsoft.com/office/powerpoint/2010/main" val="4968198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354285" y="609600"/>
            <a:ext cx="1658913" cy="2133600"/>
          </a:xfrm>
        </p:spPr>
        <p:txBody>
          <a:bodyPr anchor="b"/>
          <a:lstStyle>
            <a:lvl1pPr>
              <a:defRPr sz="1800"/>
            </a:lvl1pPr>
          </a:lstStyle>
          <a:p>
            <a:r>
              <a:rPr lang="fr-FR"/>
              <a:t>Modifiez le style du titre</a:t>
            </a:r>
            <a:endParaRPr lang="en-US" dirty="0"/>
          </a:p>
        </p:txBody>
      </p:sp>
      <p:sp>
        <p:nvSpPr>
          <p:cNvPr id="3" name="Content Placeholder 2"/>
          <p:cNvSpPr>
            <a:spLocks noGrp="1"/>
          </p:cNvSpPr>
          <p:nvPr>
            <p:ph idx="1"/>
          </p:nvPr>
        </p:nvSpPr>
        <p:spPr>
          <a:xfrm>
            <a:off x="2186657" y="1316569"/>
            <a:ext cx="2603897" cy="6498167"/>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354285" y="2743200"/>
            <a:ext cx="1658913" cy="5082117"/>
          </a:xfrm>
        </p:spPr>
        <p:txBody>
          <a:bodyPr/>
          <a:lstStyle>
            <a:lvl1pPr marL="0" indent="0">
              <a:buNone/>
              <a:defRPr sz="900"/>
            </a:lvl1pPr>
            <a:lvl2pPr marL="257175" indent="0">
              <a:buNone/>
              <a:defRPr sz="788"/>
            </a:lvl2pPr>
            <a:lvl3pPr marL="514350" indent="0">
              <a:buNone/>
              <a:defRPr sz="675"/>
            </a:lvl3pPr>
            <a:lvl4pPr marL="771525" indent="0">
              <a:buNone/>
              <a:defRPr sz="563"/>
            </a:lvl4pPr>
            <a:lvl5pPr marL="1028700" indent="0">
              <a:buNone/>
              <a:defRPr sz="563"/>
            </a:lvl5pPr>
            <a:lvl6pPr marL="1285875" indent="0">
              <a:buNone/>
              <a:defRPr sz="563"/>
            </a:lvl6pPr>
            <a:lvl7pPr marL="1543050" indent="0">
              <a:buNone/>
              <a:defRPr sz="563"/>
            </a:lvl7pPr>
            <a:lvl8pPr marL="1800225" indent="0">
              <a:buNone/>
              <a:defRPr sz="563"/>
            </a:lvl8pPr>
            <a:lvl9pPr marL="2057400" indent="0">
              <a:buNone/>
              <a:defRPr sz="563"/>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EC13D87E-4D2B-44CC-9218-1504918D0D20}" type="datetimeFigureOut">
              <a:rPr lang="fr-FR" smtClean="0"/>
              <a:t>13/01/2025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17999C86-5176-4F05-BA99-E43B63F61110}" type="slidenum">
              <a:rPr lang="fr-FR" smtClean="0"/>
              <a:t>‹N°›</a:t>
            </a:fld>
            <a:endParaRPr lang="fr-FR"/>
          </a:p>
        </p:txBody>
      </p:sp>
    </p:spTree>
    <p:extLst>
      <p:ext uri="{BB962C8B-B14F-4D97-AF65-F5344CB8AC3E}">
        <p14:creationId xmlns:p14="http://schemas.microsoft.com/office/powerpoint/2010/main" val="2049454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354285" y="609600"/>
            <a:ext cx="1658913" cy="2133600"/>
          </a:xfrm>
        </p:spPr>
        <p:txBody>
          <a:bodyPr anchor="b"/>
          <a:lstStyle>
            <a:lvl1pPr>
              <a:defRPr sz="1800"/>
            </a:lvl1pPr>
          </a:lstStyle>
          <a:p>
            <a:r>
              <a:rPr lang="fr-FR"/>
              <a:t>Modifiez le style du titre</a:t>
            </a:r>
            <a:endParaRPr lang="en-US" dirty="0"/>
          </a:p>
        </p:txBody>
      </p:sp>
      <p:sp>
        <p:nvSpPr>
          <p:cNvPr id="3" name="Picture Placeholder 2"/>
          <p:cNvSpPr>
            <a:spLocks noGrp="1" noChangeAspect="1"/>
          </p:cNvSpPr>
          <p:nvPr>
            <p:ph type="pic" idx="1"/>
          </p:nvPr>
        </p:nvSpPr>
        <p:spPr>
          <a:xfrm>
            <a:off x="2186657" y="1316569"/>
            <a:ext cx="2603897" cy="6498167"/>
          </a:xfrm>
        </p:spPr>
        <p:txBody>
          <a:bodyPr anchor="t"/>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fr-FR"/>
              <a:t>Cliquez sur l'icône pour ajouter une image</a:t>
            </a:r>
            <a:endParaRPr lang="en-US" dirty="0"/>
          </a:p>
        </p:txBody>
      </p:sp>
      <p:sp>
        <p:nvSpPr>
          <p:cNvPr id="4" name="Text Placeholder 3"/>
          <p:cNvSpPr>
            <a:spLocks noGrp="1"/>
          </p:cNvSpPr>
          <p:nvPr>
            <p:ph type="body" sz="half" idx="2"/>
          </p:nvPr>
        </p:nvSpPr>
        <p:spPr>
          <a:xfrm>
            <a:off x="354285" y="2743200"/>
            <a:ext cx="1658913" cy="5082117"/>
          </a:xfrm>
        </p:spPr>
        <p:txBody>
          <a:bodyPr/>
          <a:lstStyle>
            <a:lvl1pPr marL="0" indent="0">
              <a:buNone/>
              <a:defRPr sz="900"/>
            </a:lvl1pPr>
            <a:lvl2pPr marL="257175" indent="0">
              <a:buNone/>
              <a:defRPr sz="788"/>
            </a:lvl2pPr>
            <a:lvl3pPr marL="514350" indent="0">
              <a:buNone/>
              <a:defRPr sz="675"/>
            </a:lvl3pPr>
            <a:lvl4pPr marL="771525" indent="0">
              <a:buNone/>
              <a:defRPr sz="563"/>
            </a:lvl4pPr>
            <a:lvl5pPr marL="1028700" indent="0">
              <a:buNone/>
              <a:defRPr sz="563"/>
            </a:lvl5pPr>
            <a:lvl6pPr marL="1285875" indent="0">
              <a:buNone/>
              <a:defRPr sz="563"/>
            </a:lvl6pPr>
            <a:lvl7pPr marL="1543050" indent="0">
              <a:buNone/>
              <a:defRPr sz="563"/>
            </a:lvl7pPr>
            <a:lvl8pPr marL="1800225" indent="0">
              <a:buNone/>
              <a:defRPr sz="563"/>
            </a:lvl8pPr>
            <a:lvl9pPr marL="2057400" indent="0">
              <a:buNone/>
              <a:defRPr sz="563"/>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EC13D87E-4D2B-44CC-9218-1504918D0D20}" type="datetimeFigureOut">
              <a:rPr lang="fr-FR" smtClean="0"/>
              <a:t>13/01/2025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17999C86-5176-4F05-BA99-E43B63F61110}" type="slidenum">
              <a:rPr lang="fr-FR" smtClean="0"/>
              <a:t>‹N°›</a:t>
            </a:fld>
            <a:endParaRPr lang="fr-FR"/>
          </a:p>
        </p:txBody>
      </p:sp>
    </p:spTree>
    <p:extLst>
      <p:ext uri="{BB962C8B-B14F-4D97-AF65-F5344CB8AC3E}">
        <p14:creationId xmlns:p14="http://schemas.microsoft.com/office/powerpoint/2010/main" val="2963034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C13D87E-4D2B-44CC-9218-1504918D0D20}" type="datetimeFigureOut">
              <a:rPr lang="fr-FR" smtClean="0"/>
              <a:t>13/01/2025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7999C86-5176-4F05-BA99-E43B63F61110}" type="slidenum">
              <a:rPr lang="fr-FR" smtClean="0"/>
              <a:t>‹N°›</a:t>
            </a:fld>
            <a:endParaRPr lang="fr-FR"/>
          </a:p>
        </p:txBody>
      </p:sp>
    </p:spTree>
    <p:extLst>
      <p:ext uri="{BB962C8B-B14F-4D97-AF65-F5344CB8AC3E}">
        <p14:creationId xmlns:p14="http://schemas.microsoft.com/office/powerpoint/2010/main" val="23743030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680818" y="486834"/>
            <a:ext cx="1109067" cy="7749117"/>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353616" y="486834"/>
            <a:ext cx="3262908" cy="7749117"/>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C13D87E-4D2B-44CC-9218-1504918D0D20}" type="datetimeFigureOut">
              <a:rPr lang="fr-FR" smtClean="0"/>
              <a:t>13/01/2025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7999C86-5176-4F05-BA99-E43B63F61110}" type="slidenum">
              <a:rPr lang="fr-FR" smtClean="0"/>
              <a:t>‹N°›</a:t>
            </a:fld>
            <a:endParaRPr lang="fr-FR"/>
          </a:p>
        </p:txBody>
      </p:sp>
    </p:spTree>
    <p:extLst>
      <p:ext uri="{BB962C8B-B14F-4D97-AF65-F5344CB8AC3E}">
        <p14:creationId xmlns:p14="http://schemas.microsoft.com/office/powerpoint/2010/main" val="19377278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3616" y="486836"/>
            <a:ext cx="4436269" cy="1767417"/>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353616" y="2434167"/>
            <a:ext cx="4436269" cy="5801784"/>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353615" y="8475136"/>
            <a:ext cx="1157288" cy="486833"/>
          </a:xfrm>
          <a:prstGeom prst="rect">
            <a:avLst/>
          </a:prstGeom>
        </p:spPr>
        <p:txBody>
          <a:bodyPr vert="horz" lIns="91440" tIns="45720" rIns="91440" bIns="45720" rtlCol="0" anchor="ctr"/>
          <a:lstStyle>
            <a:lvl1pPr algn="l">
              <a:defRPr sz="675">
                <a:solidFill>
                  <a:schemeClr val="tx1">
                    <a:tint val="82000"/>
                  </a:schemeClr>
                </a:solidFill>
              </a:defRPr>
            </a:lvl1pPr>
          </a:lstStyle>
          <a:p>
            <a:fld id="{EC13D87E-4D2B-44CC-9218-1504918D0D20}" type="datetimeFigureOut">
              <a:rPr lang="fr-FR" smtClean="0"/>
              <a:t>13/01/2025</a:t>
            </a:fld>
            <a:endParaRPr lang="fr-FR"/>
          </a:p>
        </p:txBody>
      </p:sp>
      <p:sp>
        <p:nvSpPr>
          <p:cNvPr id="5" name="Footer Placeholder 4"/>
          <p:cNvSpPr>
            <a:spLocks noGrp="1"/>
          </p:cNvSpPr>
          <p:nvPr>
            <p:ph type="ftr" sz="quarter" idx="3"/>
          </p:nvPr>
        </p:nvSpPr>
        <p:spPr>
          <a:xfrm>
            <a:off x="1703785" y="8475136"/>
            <a:ext cx="1735931" cy="486833"/>
          </a:xfrm>
          <a:prstGeom prst="rect">
            <a:avLst/>
          </a:prstGeom>
        </p:spPr>
        <p:txBody>
          <a:bodyPr vert="horz" lIns="91440" tIns="45720" rIns="91440" bIns="45720" rtlCol="0" anchor="ctr"/>
          <a:lstStyle>
            <a:lvl1pPr algn="ctr">
              <a:defRPr sz="675">
                <a:solidFill>
                  <a:schemeClr val="tx1">
                    <a:tint val="82000"/>
                  </a:schemeClr>
                </a:solidFill>
              </a:defRPr>
            </a:lvl1pPr>
          </a:lstStyle>
          <a:p>
            <a:endParaRPr lang="fr-FR"/>
          </a:p>
        </p:txBody>
      </p:sp>
      <p:sp>
        <p:nvSpPr>
          <p:cNvPr id="6" name="Slide Number Placeholder 5"/>
          <p:cNvSpPr>
            <a:spLocks noGrp="1"/>
          </p:cNvSpPr>
          <p:nvPr>
            <p:ph type="sldNum" sz="quarter" idx="4"/>
          </p:nvPr>
        </p:nvSpPr>
        <p:spPr>
          <a:xfrm>
            <a:off x="3632597" y="8475136"/>
            <a:ext cx="1157288" cy="486833"/>
          </a:xfrm>
          <a:prstGeom prst="rect">
            <a:avLst/>
          </a:prstGeom>
        </p:spPr>
        <p:txBody>
          <a:bodyPr vert="horz" lIns="91440" tIns="45720" rIns="91440" bIns="45720" rtlCol="0" anchor="ctr"/>
          <a:lstStyle>
            <a:lvl1pPr algn="r">
              <a:defRPr sz="675">
                <a:solidFill>
                  <a:schemeClr val="tx1">
                    <a:tint val="82000"/>
                  </a:schemeClr>
                </a:solidFill>
              </a:defRPr>
            </a:lvl1pPr>
          </a:lstStyle>
          <a:p>
            <a:fld id="{17999C86-5176-4F05-BA99-E43B63F61110}" type="slidenum">
              <a:rPr lang="fr-FR" smtClean="0"/>
              <a:t>‹N°›</a:t>
            </a:fld>
            <a:endParaRPr lang="fr-FR"/>
          </a:p>
        </p:txBody>
      </p:sp>
    </p:spTree>
    <p:extLst>
      <p:ext uri="{BB962C8B-B14F-4D97-AF65-F5344CB8AC3E}">
        <p14:creationId xmlns:p14="http://schemas.microsoft.com/office/powerpoint/2010/main" val="25702824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514350" rtl="0" eaLnBrk="1" latinLnBrk="0" hangingPunct="1">
        <a:lnSpc>
          <a:spcPct val="90000"/>
        </a:lnSpc>
        <a:spcBef>
          <a:spcPct val="0"/>
        </a:spcBef>
        <a:buNone/>
        <a:defRPr sz="2475" kern="1200">
          <a:solidFill>
            <a:schemeClr val="tx1"/>
          </a:solidFill>
          <a:latin typeface="+mj-lt"/>
          <a:ea typeface="+mj-ea"/>
          <a:cs typeface="+mj-cs"/>
        </a:defRPr>
      </a:lvl1pPr>
    </p:titleStyle>
    <p:bodyStyle>
      <a:lvl1pPr marL="128588" indent="-128588" algn="l" defTabSz="514350" rtl="0" eaLnBrk="1" latinLnBrk="0" hangingPunct="1">
        <a:lnSpc>
          <a:spcPct val="90000"/>
        </a:lnSpc>
        <a:spcBef>
          <a:spcPts val="563"/>
        </a:spcBef>
        <a:buFont typeface="Arial" panose="020B0604020202020204" pitchFamily="34" charset="0"/>
        <a:buChar char="•"/>
        <a:defRPr sz="1575" kern="1200">
          <a:solidFill>
            <a:schemeClr val="tx1"/>
          </a:solidFill>
          <a:latin typeface="+mn-lt"/>
          <a:ea typeface="+mn-ea"/>
          <a:cs typeface="+mn-cs"/>
        </a:defRPr>
      </a:lvl1pPr>
      <a:lvl2pPr marL="385763" indent="-128588" algn="l" defTabSz="514350" rtl="0" eaLnBrk="1" latinLnBrk="0" hangingPunct="1">
        <a:lnSpc>
          <a:spcPct val="90000"/>
        </a:lnSpc>
        <a:spcBef>
          <a:spcPts val="281"/>
        </a:spcBef>
        <a:buFont typeface="Arial" panose="020B0604020202020204" pitchFamily="34" charset="0"/>
        <a:buChar char="•"/>
        <a:defRPr sz="1350" kern="1200">
          <a:solidFill>
            <a:schemeClr val="tx1"/>
          </a:solidFill>
          <a:latin typeface="+mn-lt"/>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sz="1125"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B4E64"/>
        </a:solidFill>
        <a:effectLst/>
      </p:bgPr>
    </p:bg>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A0254C62-4D26-3289-89F1-31C68B56BCC7}"/>
              </a:ext>
            </a:extLst>
          </p:cNvPr>
          <p:cNvPicPr>
            <a:picLocks noChangeAspect="1"/>
          </p:cNvPicPr>
          <p:nvPr/>
        </p:nvPicPr>
        <p:blipFill>
          <a:blip r:embed="rId2"/>
          <a:srcRect t="754"/>
          <a:stretch/>
        </p:blipFill>
        <p:spPr>
          <a:xfrm>
            <a:off x="0" y="53340"/>
            <a:ext cx="5176712" cy="9047528"/>
          </a:xfrm>
          <a:prstGeom prst="rect">
            <a:avLst/>
          </a:prstGeom>
        </p:spPr>
      </p:pic>
      <p:sp>
        <p:nvSpPr>
          <p:cNvPr id="5" name="ZoneTexte 4">
            <a:extLst>
              <a:ext uri="{FF2B5EF4-FFF2-40B4-BE49-F238E27FC236}">
                <a16:creationId xmlns:a16="http://schemas.microsoft.com/office/drawing/2014/main" id="{CA920341-F05A-35A0-5D3D-ED34E98CA83F}"/>
              </a:ext>
            </a:extLst>
          </p:cNvPr>
          <p:cNvSpPr txBox="1"/>
          <p:nvPr/>
        </p:nvSpPr>
        <p:spPr>
          <a:xfrm>
            <a:off x="1025978" y="3220164"/>
            <a:ext cx="3202033" cy="2215991"/>
          </a:xfrm>
          <a:prstGeom prst="rect">
            <a:avLst/>
          </a:prstGeom>
          <a:noFill/>
        </p:spPr>
        <p:txBody>
          <a:bodyPr wrap="square" rtlCol="0">
            <a:spAutoFit/>
          </a:bodyPr>
          <a:lstStyle/>
          <a:p>
            <a:pPr algn="ctr"/>
            <a:r>
              <a:rPr lang="fr-FR" sz="13800" dirty="0">
                <a:solidFill>
                  <a:schemeClr val="accent6">
                    <a:lumMod val="60000"/>
                    <a:lumOff val="40000"/>
                  </a:schemeClr>
                </a:solidFill>
                <a:effectLst>
                  <a:innerShdw blurRad="114300">
                    <a:prstClr val="black"/>
                  </a:innerShdw>
                </a:effectLst>
              </a:rPr>
              <a:t>1</a:t>
            </a:r>
          </a:p>
        </p:txBody>
      </p:sp>
    </p:spTree>
    <p:extLst>
      <p:ext uri="{BB962C8B-B14F-4D97-AF65-F5344CB8AC3E}">
        <p14:creationId xmlns:p14="http://schemas.microsoft.com/office/powerpoint/2010/main" val="3947874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B4E64"/>
        </a:solidFill>
        <a:effectLst/>
      </p:bgPr>
    </p:bg>
    <p:spTree>
      <p:nvGrpSpPr>
        <p:cNvPr id="1" name="">
          <a:extLst>
            <a:ext uri="{FF2B5EF4-FFF2-40B4-BE49-F238E27FC236}">
              <a16:creationId xmlns:a16="http://schemas.microsoft.com/office/drawing/2014/main" id="{47765B23-CDCD-8996-7EAF-69199DED9A2B}"/>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FE039848-7DF3-F8A2-1081-88BCB23F1F7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5155781" cy="912227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B893B9EB-E8FA-C933-CD72-84DA4839D24B}"/>
              </a:ext>
            </a:extLst>
          </p:cNvPr>
          <p:cNvSpPr/>
          <p:nvPr/>
        </p:nvSpPr>
        <p:spPr>
          <a:xfrm>
            <a:off x="164373" y="396240"/>
            <a:ext cx="4814751" cy="8328660"/>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550" b="1" dirty="0"/>
              <a:t>Bienvenue sur </a:t>
            </a:r>
            <a:r>
              <a:rPr lang="fr-FR" sz="1550" b="1" dirty="0" err="1"/>
              <a:t>Égouttecaillé</a:t>
            </a:r>
            <a:r>
              <a:rPr lang="fr-FR" sz="1550" b="1" dirty="0"/>
              <a:t>, aventuriers intrépides !</a:t>
            </a:r>
          </a:p>
          <a:p>
            <a:r>
              <a:rPr lang="fr-FR" sz="1500" dirty="0"/>
              <a:t>Vous voici arrivés sur l’un des joyaux les plus uniques et fascinants de l’univers : </a:t>
            </a:r>
            <a:r>
              <a:rPr lang="fr-FR" sz="1500" b="1" dirty="0" err="1"/>
              <a:t>Égouttecaillé</a:t>
            </a:r>
            <a:r>
              <a:rPr lang="fr-FR" sz="1500" dirty="0"/>
              <a:t>, la planète où le caillé est roi et où tout tourne autour de l’art du fromage.</a:t>
            </a:r>
          </a:p>
          <a:p>
            <a:r>
              <a:rPr lang="fr-FR" sz="1500" dirty="0"/>
              <a:t>Regardez autour de vous ! Ces vastes champs verdoyants ne sont pas de simples prairies : ce sont les berceaux des précieux ingrédients qui donnent vie aux fromages les plus exquis de la galaxie. Vous sentez cette odeur enivrante dans l’air ? C’est l’arôme délicieux du lait frais et du fromage en pleine maturation, une symphonie pour les sens qui ne peut être trouvée nulle part ailleurs.</a:t>
            </a:r>
          </a:p>
          <a:p>
            <a:r>
              <a:rPr lang="fr-FR" sz="1500" dirty="0"/>
              <a:t>Les rivières cristallines qui serpentent à travers cette planète sont le cœur battant d'</a:t>
            </a:r>
            <a:r>
              <a:rPr lang="fr-FR" sz="1500" dirty="0" err="1"/>
              <a:t>Égouttecaillé</a:t>
            </a:r>
            <a:r>
              <a:rPr lang="fr-FR" sz="1500" dirty="0"/>
              <a:t>. Elles alimentent les étangs où le caillé repose, prêt pour le découpage et l’égouttage, un processus sacré ici. Les collines ondulantes que vous voyez sont ornées de caillés géants, soigneusement alignés et prêts à révéler leurs secrets.</a:t>
            </a:r>
          </a:p>
          <a:p>
            <a:r>
              <a:rPr lang="fr-FR" sz="1500" dirty="0"/>
              <a:t>Mais attention, chers visiteurs : </a:t>
            </a:r>
            <a:r>
              <a:rPr lang="fr-FR" sz="1500" dirty="0" err="1"/>
              <a:t>Égouttecaillé</a:t>
            </a:r>
            <a:r>
              <a:rPr lang="fr-FR" sz="1500" dirty="0"/>
              <a:t> n’est pas qu’une simple planète de fromage. C’est un monde vivant, un écosystème où chaque goutte de lait, chaque étincelle de goût a un rôle à jouer. Ici, vous découvrirez que fabriquer du fromage n’est pas qu’une science… c’est un véritable art.</a:t>
            </a:r>
          </a:p>
          <a:p>
            <a:r>
              <a:rPr lang="fr-FR" sz="1500" dirty="0"/>
              <a:t>Alors, aventuriers, préparez vos outils, aiguisez vos esprits et embarquez pour une aventure inoubliable au cœur des secrets fromagers d'</a:t>
            </a:r>
            <a:r>
              <a:rPr lang="fr-FR" sz="1500" dirty="0" err="1"/>
              <a:t>Égouttecaillé</a:t>
            </a:r>
            <a:r>
              <a:rPr lang="fr-FR" sz="1500" dirty="0"/>
              <a:t>. Que votre voyage soit rempli de découvertes, de défis et, bien sûr, de saveurs !</a:t>
            </a:r>
          </a:p>
          <a:p>
            <a:r>
              <a:rPr lang="fr-FR" sz="1500" b="1" dirty="0"/>
              <a:t>Bienvenue sur </a:t>
            </a:r>
            <a:r>
              <a:rPr lang="fr-FR" sz="1500" b="1" dirty="0" err="1"/>
              <a:t>Égouttecaillé</a:t>
            </a:r>
            <a:r>
              <a:rPr lang="fr-FR" sz="1500" b="1" dirty="0"/>
              <a:t>, et que le caillé soit avec vous !</a:t>
            </a:r>
            <a:endParaRPr lang="fr-FR" sz="1500" dirty="0"/>
          </a:p>
          <a:p>
            <a:pPr algn="ctr"/>
            <a:endParaRPr lang="fr-FR" sz="1500" dirty="0">
              <a:latin typeface="Aptos" panose="020B0004020202020204" pitchFamily="34" charset="0"/>
              <a:ea typeface="Aptos" panose="020B0004020202020204" pitchFamily="34" charset="0"/>
              <a:cs typeface="Arial" panose="020B0604020202020204" pitchFamily="34" charset="0"/>
            </a:endParaRPr>
          </a:p>
          <a:p>
            <a:pPr algn="ctr"/>
            <a:r>
              <a:rPr lang="fr-FR" sz="1500" dirty="0">
                <a:effectLst/>
                <a:latin typeface="Aptos" panose="020B0004020202020204" pitchFamily="34" charset="0"/>
                <a:ea typeface="Aptos" panose="020B0004020202020204" pitchFamily="34" charset="0"/>
                <a:cs typeface="Arial" panose="020B0604020202020204" pitchFamily="34" charset="0"/>
              </a:rPr>
              <a:t>Prendre la carte 2.</a:t>
            </a:r>
          </a:p>
        </p:txBody>
      </p:sp>
    </p:spTree>
    <p:extLst>
      <p:ext uri="{BB962C8B-B14F-4D97-AF65-F5344CB8AC3E}">
        <p14:creationId xmlns:p14="http://schemas.microsoft.com/office/powerpoint/2010/main" val="16402813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B4E64"/>
        </a:solidFill>
        <a:effectLst/>
      </p:bgPr>
    </p:bg>
    <p:spTree>
      <p:nvGrpSpPr>
        <p:cNvPr id="1" name="">
          <a:extLst>
            <a:ext uri="{FF2B5EF4-FFF2-40B4-BE49-F238E27FC236}">
              <a16:creationId xmlns:a16="http://schemas.microsoft.com/office/drawing/2014/main" id="{0413AD14-2CE2-7277-3E24-9D77F9224A10}"/>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12820248-A6EC-9694-535D-8505FACEF31A}"/>
              </a:ext>
            </a:extLst>
          </p:cNvPr>
          <p:cNvPicPr>
            <a:picLocks noChangeAspect="1"/>
          </p:cNvPicPr>
          <p:nvPr/>
        </p:nvPicPr>
        <p:blipFill>
          <a:blip r:embed="rId2"/>
          <a:srcRect t="754"/>
          <a:stretch/>
        </p:blipFill>
        <p:spPr>
          <a:xfrm>
            <a:off x="0" y="0"/>
            <a:ext cx="5242560" cy="9162613"/>
          </a:xfrm>
          <a:prstGeom prst="rect">
            <a:avLst/>
          </a:prstGeom>
        </p:spPr>
      </p:pic>
      <p:sp>
        <p:nvSpPr>
          <p:cNvPr id="5" name="ZoneTexte 4">
            <a:extLst>
              <a:ext uri="{FF2B5EF4-FFF2-40B4-BE49-F238E27FC236}">
                <a16:creationId xmlns:a16="http://schemas.microsoft.com/office/drawing/2014/main" id="{EB19BC05-1A0D-BE60-77FC-3A0E1E9EBFE7}"/>
              </a:ext>
            </a:extLst>
          </p:cNvPr>
          <p:cNvSpPr txBox="1"/>
          <p:nvPr/>
        </p:nvSpPr>
        <p:spPr>
          <a:xfrm>
            <a:off x="970733" y="2926080"/>
            <a:ext cx="3426007" cy="2215991"/>
          </a:xfrm>
          <a:prstGeom prst="rect">
            <a:avLst/>
          </a:prstGeom>
          <a:noFill/>
        </p:spPr>
        <p:txBody>
          <a:bodyPr wrap="square" rtlCol="0">
            <a:spAutoFit/>
          </a:bodyPr>
          <a:lstStyle/>
          <a:p>
            <a:pPr algn="ctr"/>
            <a:r>
              <a:rPr lang="fr-FR" sz="13800" dirty="0">
                <a:solidFill>
                  <a:schemeClr val="accent6">
                    <a:lumMod val="60000"/>
                    <a:lumOff val="40000"/>
                  </a:schemeClr>
                </a:solidFill>
                <a:effectLst>
                  <a:innerShdw blurRad="114300">
                    <a:prstClr val="black"/>
                  </a:innerShdw>
                </a:effectLst>
              </a:rPr>
              <a:t>2</a:t>
            </a:r>
          </a:p>
        </p:txBody>
      </p:sp>
    </p:spTree>
    <p:extLst>
      <p:ext uri="{BB962C8B-B14F-4D97-AF65-F5344CB8AC3E}">
        <p14:creationId xmlns:p14="http://schemas.microsoft.com/office/powerpoint/2010/main" val="25689764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88000">
              <a:schemeClr val="accent1">
                <a:lumMod val="50000"/>
              </a:schemeClr>
            </a:gs>
            <a:gs pos="100000">
              <a:srgbClr val="C6DAD1"/>
            </a:gs>
          </a:gsLst>
          <a:lin ang="5400000" scaled="1"/>
        </a:gradFill>
        <a:effectLst/>
      </p:bgPr>
    </p:bg>
    <p:spTree>
      <p:nvGrpSpPr>
        <p:cNvPr id="1" name=""/>
        <p:cNvGrpSpPr/>
        <p:nvPr/>
      </p:nvGrpSpPr>
      <p:grpSpPr>
        <a:xfrm>
          <a:off x="0" y="0"/>
          <a:ext cx="0" cy="0"/>
          <a:chOff x="0" y="0"/>
          <a:chExt cx="0" cy="0"/>
        </a:xfrm>
      </p:grpSpPr>
      <p:pic>
        <p:nvPicPr>
          <p:cNvPr id="2" name="Image 1" descr="Maître Fromager Firmin: Un ancien fromager sage, connu pour ses connaissances sur le fromage et ses énigmes. Dans un style fantastique">
            <a:extLst>
              <a:ext uri="{FF2B5EF4-FFF2-40B4-BE49-F238E27FC236}">
                <a16:creationId xmlns:a16="http://schemas.microsoft.com/office/drawing/2014/main" id="{334F627B-1CAE-0F77-7135-1D0D503EF68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0" y="4000500"/>
            <a:ext cx="5143500" cy="5143500"/>
          </a:xfrm>
          <a:prstGeom prst="rect">
            <a:avLst/>
          </a:prstGeom>
          <a:noFill/>
          <a:ln>
            <a:noFill/>
          </a:ln>
        </p:spPr>
      </p:pic>
      <p:sp>
        <p:nvSpPr>
          <p:cNvPr id="6" name="Bulle narrative : rectangle à coins arrondis 5">
            <a:extLst>
              <a:ext uri="{FF2B5EF4-FFF2-40B4-BE49-F238E27FC236}">
                <a16:creationId xmlns:a16="http://schemas.microsoft.com/office/drawing/2014/main" id="{9085B7DD-ECE0-7752-9475-1679EFC8CB78}"/>
              </a:ext>
            </a:extLst>
          </p:cNvPr>
          <p:cNvSpPr/>
          <p:nvPr/>
        </p:nvSpPr>
        <p:spPr>
          <a:xfrm>
            <a:off x="78376" y="117566"/>
            <a:ext cx="4908370" cy="3882934"/>
          </a:xfrm>
          <a:prstGeom prst="wedgeRoundRectCallout">
            <a:avLst>
              <a:gd name="adj1" fmla="val -6865"/>
              <a:gd name="adj2" fmla="val 79563"/>
              <a:gd name="adj3" fmla="val 16667"/>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16000"/>
              </a:lnSpc>
              <a:spcAft>
                <a:spcPts val="800"/>
              </a:spcAft>
            </a:pPr>
            <a:endParaRPr lang="fr-FR" sz="1400" dirty="0">
              <a:solidFill>
                <a:schemeClr val="bg1">
                  <a:lumMod val="95000"/>
                </a:schemeClr>
              </a:solidFill>
              <a:effectLst/>
              <a:latin typeface="Aptos" panose="020B0004020202020204" pitchFamily="34" charset="0"/>
              <a:ea typeface="Aptos" panose="020B0004020202020204" pitchFamily="34" charset="0"/>
              <a:cs typeface="Arial" panose="020B0604020202020204" pitchFamily="34" charset="0"/>
            </a:endParaRPr>
          </a:p>
          <a:p>
            <a:r>
              <a:rPr lang="fr-FR" sz="1400" dirty="0"/>
              <a:t>Bienvenus, courageux aventuriers ! Je suis Maître Firmin, et j'ai une mission d'une importance capitale. Un artefact ancien, source de savoirs perdus, a été dérobé et il est maintenant en danger. L'Empire Bell, cruel et sans pitié, est en route pour s'emparer de cet artefact et utiliser son pouvoir à des fins destructrices.</a:t>
            </a:r>
          </a:p>
          <a:p>
            <a:r>
              <a:rPr lang="fr-FR" sz="1400" dirty="0"/>
              <a:t>Il est essentiel que vous retrouviez cet artefact avant eux. La clé pour le localiser réside dans la maîtrise des arts du découpage et de l'égouttage du caillé, ainsi que du chauffage du caillé, des savoirs ancestraux qui guideront votre quête. Vous devrez résoudre des énigmes complexes et prouver votre ingéniosité pour naviguer à travers les défis de cette planète.</a:t>
            </a:r>
          </a:p>
          <a:p>
            <a:r>
              <a:rPr lang="fr-FR" sz="1400" dirty="0"/>
              <a:t>Aidez-moi, mes amis, et ensemble, nous protégerons cet artefact et empêcherons l'Empire Bell de nuire à notre monde. Le temps est compté, chaque seconde compte !</a:t>
            </a:r>
          </a:p>
          <a:p>
            <a:pPr algn="ctr"/>
            <a:endParaRPr lang="fr-FR" dirty="0">
              <a:solidFill>
                <a:schemeClr val="tx1">
                  <a:lumMod val="65000"/>
                  <a:lumOff val="35000"/>
                </a:schemeClr>
              </a:solidFill>
            </a:endParaRPr>
          </a:p>
        </p:txBody>
      </p:sp>
      <p:sp>
        <p:nvSpPr>
          <p:cNvPr id="3" name="ZoneTexte 2">
            <a:extLst>
              <a:ext uri="{FF2B5EF4-FFF2-40B4-BE49-F238E27FC236}">
                <a16:creationId xmlns:a16="http://schemas.microsoft.com/office/drawing/2014/main" id="{5CFB243F-90C5-E66C-76AE-811F83EC7DCD}"/>
              </a:ext>
            </a:extLst>
          </p:cNvPr>
          <p:cNvSpPr txBox="1"/>
          <p:nvPr/>
        </p:nvSpPr>
        <p:spPr>
          <a:xfrm>
            <a:off x="952500" y="6018252"/>
            <a:ext cx="388620" cy="369332"/>
          </a:xfrm>
          <a:prstGeom prst="rect">
            <a:avLst/>
          </a:prstGeom>
          <a:noFill/>
        </p:spPr>
        <p:txBody>
          <a:bodyPr wrap="square" rtlCol="0">
            <a:spAutoFit/>
          </a:bodyPr>
          <a:lstStyle/>
          <a:p>
            <a:r>
              <a:rPr lang="fr-FR" dirty="0"/>
              <a:t>3</a:t>
            </a:r>
          </a:p>
        </p:txBody>
      </p:sp>
    </p:spTree>
    <p:extLst>
      <p:ext uri="{BB962C8B-B14F-4D97-AF65-F5344CB8AC3E}">
        <p14:creationId xmlns:p14="http://schemas.microsoft.com/office/powerpoint/2010/main" val="2455944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B4E64"/>
        </a:solidFill>
        <a:effectLst/>
      </p:bgPr>
    </p:bg>
    <p:spTree>
      <p:nvGrpSpPr>
        <p:cNvPr id="1" name="">
          <a:extLst>
            <a:ext uri="{FF2B5EF4-FFF2-40B4-BE49-F238E27FC236}">
              <a16:creationId xmlns:a16="http://schemas.microsoft.com/office/drawing/2014/main" id="{3EEA9AEC-3FA7-A842-0BB9-7BE66DFC1A70}"/>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435E92D2-D5BF-D89D-2258-A37D4371404F}"/>
              </a:ext>
            </a:extLst>
          </p:cNvPr>
          <p:cNvPicPr>
            <a:picLocks noChangeAspect="1"/>
          </p:cNvPicPr>
          <p:nvPr/>
        </p:nvPicPr>
        <p:blipFill>
          <a:blip r:embed="rId2"/>
          <a:srcRect t="754"/>
          <a:stretch/>
        </p:blipFill>
        <p:spPr>
          <a:xfrm>
            <a:off x="0" y="0"/>
            <a:ext cx="5242560" cy="9162613"/>
          </a:xfrm>
          <a:prstGeom prst="rect">
            <a:avLst/>
          </a:prstGeom>
        </p:spPr>
      </p:pic>
      <p:sp>
        <p:nvSpPr>
          <p:cNvPr id="5" name="ZoneTexte 4">
            <a:extLst>
              <a:ext uri="{FF2B5EF4-FFF2-40B4-BE49-F238E27FC236}">
                <a16:creationId xmlns:a16="http://schemas.microsoft.com/office/drawing/2014/main" id="{01C1A0BA-D175-E642-D264-330881625128}"/>
              </a:ext>
            </a:extLst>
          </p:cNvPr>
          <p:cNvSpPr txBox="1"/>
          <p:nvPr/>
        </p:nvSpPr>
        <p:spPr>
          <a:xfrm>
            <a:off x="970733" y="2926080"/>
            <a:ext cx="3426007" cy="2215991"/>
          </a:xfrm>
          <a:prstGeom prst="rect">
            <a:avLst/>
          </a:prstGeom>
          <a:noFill/>
        </p:spPr>
        <p:txBody>
          <a:bodyPr wrap="square" rtlCol="0">
            <a:spAutoFit/>
          </a:bodyPr>
          <a:lstStyle/>
          <a:p>
            <a:pPr algn="ctr"/>
            <a:r>
              <a:rPr lang="fr-FR" sz="13800" dirty="0">
                <a:solidFill>
                  <a:schemeClr val="accent6">
                    <a:lumMod val="60000"/>
                    <a:lumOff val="40000"/>
                  </a:schemeClr>
                </a:solidFill>
                <a:effectLst>
                  <a:innerShdw blurRad="114300">
                    <a:prstClr val="black"/>
                  </a:innerShdw>
                </a:effectLst>
              </a:rPr>
              <a:t>3</a:t>
            </a:r>
          </a:p>
        </p:txBody>
      </p:sp>
    </p:spTree>
    <p:extLst>
      <p:ext uri="{BB962C8B-B14F-4D97-AF65-F5344CB8AC3E}">
        <p14:creationId xmlns:p14="http://schemas.microsoft.com/office/powerpoint/2010/main" val="9671582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88000">
              <a:schemeClr val="accent1">
                <a:lumMod val="50000"/>
              </a:schemeClr>
            </a:gs>
            <a:gs pos="100000">
              <a:srgbClr val="C6DAD1"/>
            </a:gs>
          </a:gsLst>
          <a:lin ang="5400000" scaled="1"/>
        </a:gradFill>
        <a:effectLst/>
      </p:bgPr>
    </p:bg>
    <p:spTree>
      <p:nvGrpSpPr>
        <p:cNvPr id="1" name="">
          <a:extLst>
            <a:ext uri="{FF2B5EF4-FFF2-40B4-BE49-F238E27FC236}">
              <a16:creationId xmlns:a16="http://schemas.microsoft.com/office/drawing/2014/main" id="{76500A1B-4EC5-DF2F-60B9-F3023486D060}"/>
            </a:ext>
          </a:extLst>
        </p:cNvPr>
        <p:cNvGrpSpPr/>
        <p:nvPr/>
      </p:nvGrpSpPr>
      <p:grpSpPr>
        <a:xfrm>
          <a:off x="0" y="0"/>
          <a:ext cx="0" cy="0"/>
          <a:chOff x="0" y="0"/>
          <a:chExt cx="0" cy="0"/>
        </a:xfrm>
      </p:grpSpPr>
      <p:pic>
        <p:nvPicPr>
          <p:cNvPr id="2" name="Image 1" descr="Maître Fromager Firmin: Un ancien fromager sage, connu pour ses connaissances sur le fromage et ses énigmes. Dans un style fantastique">
            <a:extLst>
              <a:ext uri="{FF2B5EF4-FFF2-40B4-BE49-F238E27FC236}">
                <a16:creationId xmlns:a16="http://schemas.microsoft.com/office/drawing/2014/main" id="{7460F453-23C8-90E0-3EF5-2B4C26E4701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0" y="3337560"/>
            <a:ext cx="5143500" cy="5806440"/>
          </a:xfrm>
          <a:prstGeom prst="rect">
            <a:avLst/>
          </a:prstGeom>
          <a:noFill/>
          <a:ln>
            <a:noFill/>
          </a:ln>
        </p:spPr>
      </p:pic>
      <p:sp>
        <p:nvSpPr>
          <p:cNvPr id="6" name="Bulle narrative : rectangle à coins arrondis 5">
            <a:extLst>
              <a:ext uri="{FF2B5EF4-FFF2-40B4-BE49-F238E27FC236}">
                <a16:creationId xmlns:a16="http://schemas.microsoft.com/office/drawing/2014/main" id="{76DF8679-818E-7BCE-D1CD-DB5B36ECDF91}"/>
              </a:ext>
            </a:extLst>
          </p:cNvPr>
          <p:cNvSpPr/>
          <p:nvPr/>
        </p:nvSpPr>
        <p:spPr>
          <a:xfrm>
            <a:off x="0" y="426720"/>
            <a:ext cx="4908370" cy="2819400"/>
          </a:xfrm>
          <a:prstGeom prst="wedgeRoundRectCallout">
            <a:avLst>
              <a:gd name="adj1" fmla="val -6865"/>
              <a:gd name="adj2" fmla="val 79563"/>
              <a:gd name="adj3" fmla="val 16667"/>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600" dirty="0"/>
          </a:p>
          <a:p>
            <a:r>
              <a:rPr lang="fr-FR" sz="1600" dirty="0"/>
              <a:t>Avant de commencer, une première épreuve vous attend : une invitation codée que j'ai soigneusement préparée pour vous. Mais ne vous inquiétez pas, il ne s'agit pas d'une simple épreuve de logique. La solution à ce puzzle vous mènera à la première étape de votre voyage, et il est impératif que vous le résolviez rapidement.</a:t>
            </a:r>
          </a:p>
          <a:p>
            <a:r>
              <a:rPr lang="fr-FR" sz="1600" dirty="0"/>
              <a:t> </a:t>
            </a:r>
          </a:p>
          <a:p>
            <a:r>
              <a:rPr lang="fr-FR" sz="1600" dirty="0"/>
              <a:t>Chercher  la lettre de Firmin !</a:t>
            </a:r>
          </a:p>
          <a:p>
            <a:endParaRPr lang="fr-FR" sz="1400" dirty="0">
              <a:solidFill>
                <a:schemeClr val="tx1">
                  <a:lumMod val="65000"/>
                  <a:lumOff val="35000"/>
                </a:schemeClr>
              </a:solidFill>
            </a:endParaRPr>
          </a:p>
          <a:p>
            <a:endParaRPr lang="fr-FR" dirty="0">
              <a:solidFill>
                <a:schemeClr val="tx1">
                  <a:lumMod val="65000"/>
                  <a:lumOff val="35000"/>
                </a:schemeClr>
              </a:solidFill>
            </a:endParaRPr>
          </a:p>
        </p:txBody>
      </p:sp>
      <p:sp>
        <p:nvSpPr>
          <p:cNvPr id="3" name="ZoneTexte 2">
            <a:extLst>
              <a:ext uri="{FF2B5EF4-FFF2-40B4-BE49-F238E27FC236}">
                <a16:creationId xmlns:a16="http://schemas.microsoft.com/office/drawing/2014/main" id="{E5C2F266-D583-B04B-B691-87ECA60E5A12}"/>
              </a:ext>
            </a:extLst>
          </p:cNvPr>
          <p:cNvSpPr txBox="1"/>
          <p:nvPr/>
        </p:nvSpPr>
        <p:spPr>
          <a:xfrm>
            <a:off x="358140" y="8282940"/>
            <a:ext cx="457200" cy="369332"/>
          </a:xfrm>
          <a:prstGeom prst="rect">
            <a:avLst/>
          </a:prstGeom>
          <a:noFill/>
        </p:spPr>
        <p:txBody>
          <a:bodyPr wrap="square" rtlCol="0">
            <a:spAutoFit/>
          </a:bodyPr>
          <a:lstStyle/>
          <a:p>
            <a:r>
              <a:rPr lang="fr-FR" dirty="0"/>
              <a:t>78</a:t>
            </a:r>
          </a:p>
        </p:txBody>
      </p:sp>
    </p:spTree>
    <p:extLst>
      <p:ext uri="{BB962C8B-B14F-4D97-AF65-F5344CB8AC3E}">
        <p14:creationId xmlns:p14="http://schemas.microsoft.com/office/powerpoint/2010/main" val="27172057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B4E64"/>
        </a:solidFill>
        <a:effectLst/>
      </p:bgPr>
    </p:bg>
    <p:spTree>
      <p:nvGrpSpPr>
        <p:cNvPr id="1" name="">
          <a:extLst>
            <a:ext uri="{FF2B5EF4-FFF2-40B4-BE49-F238E27FC236}">
              <a16:creationId xmlns:a16="http://schemas.microsoft.com/office/drawing/2014/main" id="{1613A6DB-E87C-0D89-A93C-D4598E16EAFC}"/>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8CC0E0E5-5678-F45E-03BD-A78162EC3430}"/>
              </a:ext>
            </a:extLst>
          </p:cNvPr>
          <p:cNvPicPr>
            <a:picLocks noChangeAspect="1"/>
          </p:cNvPicPr>
          <p:nvPr/>
        </p:nvPicPr>
        <p:blipFill>
          <a:blip r:embed="rId2"/>
          <a:srcRect t="754"/>
          <a:stretch/>
        </p:blipFill>
        <p:spPr>
          <a:xfrm>
            <a:off x="0" y="0"/>
            <a:ext cx="5242560" cy="9162613"/>
          </a:xfrm>
          <a:prstGeom prst="rect">
            <a:avLst/>
          </a:prstGeom>
        </p:spPr>
      </p:pic>
      <p:sp>
        <p:nvSpPr>
          <p:cNvPr id="5" name="ZoneTexte 4">
            <a:extLst>
              <a:ext uri="{FF2B5EF4-FFF2-40B4-BE49-F238E27FC236}">
                <a16:creationId xmlns:a16="http://schemas.microsoft.com/office/drawing/2014/main" id="{BB117B3E-5400-25F1-E72C-18DBF2716EA9}"/>
              </a:ext>
            </a:extLst>
          </p:cNvPr>
          <p:cNvSpPr txBox="1"/>
          <p:nvPr/>
        </p:nvSpPr>
        <p:spPr>
          <a:xfrm>
            <a:off x="970733" y="2926080"/>
            <a:ext cx="3426007" cy="2215991"/>
          </a:xfrm>
          <a:prstGeom prst="rect">
            <a:avLst/>
          </a:prstGeom>
          <a:noFill/>
        </p:spPr>
        <p:txBody>
          <a:bodyPr wrap="square" rtlCol="0">
            <a:spAutoFit/>
          </a:bodyPr>
          <a:lstStyle/>
          <a:p>
            <a:pPr algn="ctr"/>
            <a:r>
              <a:rPr lang="fr-FR" sz="13800" dirty="0">
                <a:solidFill>
                  <a:schemeClr val="accent6">
                    <a:lumMod val="60000"/>
                    <a:lumOff val="40000"/>
                  </a:schemeClr>
                </a:solidFill>
                <a:effectLst>
                  <a:innerShdw blurRad="114300">
                    <a:prstClr val="black"/>
                  </a:innerShdw>
                </a:effectLst>
              </a:rPr>
              <a:t>78</a:t>
            </a:r>
          </a:p>
        </p:txBody>
      </p:sp>
    </p:spTree>
    <p:extLst>
      <p:ext uri="{BB962C8B-B14F-4D97-AF65-F5344CB8AC3E}">
        <p14:creationId xmlns:p14="http://schemas.microsoft.com/office/powerpoint/2010/main" val="183456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B4E64"/>
        </a:solidFill>
        <a:effectLst/>
      </p:bgPr>
    </p:bg>
    <p:spTree>
      <p:nvGrpSpPr>
        <p:cNvPr id="1" name="">
          <a:extLst>
            <a:ext uri="{FF2B5EF4-FFF2-40B4-BE49-F238E27FC236}">
              <a16:creationId xmlns:a16="http://schemas.microsoft.com/office/drawing/2014/main" id="{6D393E58-7970-8C53-6024-C40C63161846}"/>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B8E820EE-4A0F-BEE2-2306-3B7395AD620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5155781" cy="912227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3" name="Parchemin : vertical 2">
            <a:extLst>
              <a:ext uri="{FF2B5EF4-FFF2-40B4-BE49-F238E27FC236}">
                <a16:creationId xmlns:a16="http://schemas.microsoft.com/office/drawing/2014/main" id="{CEA86AD1-31E5-415C-E7C6-C134F9997241}"/>
              </a:ext>
            </a:extLst>
          </p:cNvPr>
          <p:cNvSpPr/>
          <p:nvPr/>
        </p:nvSpPr>
        <p:spPr>
          <a:xfrm>
            <a:off x="342900" y="914400"/>
            <a:ext cx="4457700" cy="7071360"/>
          </a:xfrm>
          <a:prstGeom prst="verticalScroll">
            <a:avLst/>
          </a:prstGeom>
          <a:blipFill>
            <a:blip r:embed="rId3"/>
            <a:tile tx="0" ty="0" sx="100000" sy="100000" flip="none" algn="tl"/>
          </a:blip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r>
              <a:rPr lang="fr-FR" sz="1600" b="1" dirty="0"/>
              <a:t>L'Invitation Mystérieuse</a:t>
            </a:r>
            <a:endParaRPr lang="fr-FR" sz="1600" dirty="0"/>
          </a:p>
          <a:p>
            <a:r>
              <a:rPr lang="fr-FR" sz="1400" dirty="0"/>
              <a:t>Chers aventuriers,</a:t>
            </a:r>
          </a:p>
          <a:p>
            <a:r>
              <a:rPr lang="fr-FR" sz="1400" dirty="0"/>
              <a:t>Je vous écris dans l'urgence la plus totale. J'ai besoin de votre aide, et vite. Un artefact ancien, source de savoir et de pouvoir, est en grand danger. L'Empire Bell s'approche, et nous n'avons pas de temps à perdre.</a:t>
            </a:r>
          </a:p>
          <a:p>
            <a:r>
              <a:rPr lang="fr-FR" sz="1400" dirty="0"/>
              <a:t>Je vous envoie cette lettre codée, et seule votre intelligence pourra la déchiffrer, pour comprendre où vous devez vous rendre:</a:t>
            </a:r>
          </a:p>
          <a:p>
            <a:endParaRPr lang="fr-FR" sz="1400" dirty="0"/>
          </a:p>
          <a:p>
            <a:r>
              <a:rPr lang="fr-FR" sz="1400" b="1" dirty="0"/>
              <a:t>"</a:t>
            </a:r>
            <a:r>
              <a:rPr lang="fr-FR" sz="1400" b="1" dirty="0" err="1"/>
              <a:t>Vxu</a:t>
            </a:r>
            <a:r>
              <a:rPr lang="fr-FR" sz="1400" b="1" dirty="0"/>
              <a:t> </a:t>
            </a:r>
            <a:r>
              <a:rPr lang="fr-FR" sz="1400" b="1" dirty="0" err="1"/>
              <a:t>yrwuh</a:t>
            </a:r>
            <a:r>
              <a:rPr lang="fr-FR" sz="1400" b="1" dirty="0"/>
              <a:t> </a:t>
            </a:r>
            <a:r>
              <a:rPr lang="fr-FR" sz="1400" b="1" dirty="0" err="1"/>
              <a:t>fkhplq</a:t>
            </a:r>
            <a:r>
              <a:rPr lang="fr-FR" sz="1400" b="1" dirty="0"/>
              <a:t>, </a:t>
            </a:r>
            <a:r>
              <a:rPr lang="fr-FR" sz="1400" b="1" dirty="0" err="1"/>
              <a:t>ohv</a:t>
            </a:r>
            <a:r>
              <a:rPr lang="fr-FR" sz="1400" b="1" dirty="0"/>
              <a:t> </a:t>
            </a:r>
            <a:r>
              <a:rPr lang="fr-FR" sz="1400" b="1" dirty="0" err="1"/>
              <a:t>Flvhdxa</a:t>
            </a:r>
            <a:r>
              <a:rPr lang="fr-FR" sz="1400" b="1" dirty="0"/>
              <a:t> </a:t>
            </a:r>
            <a:r>
              <a:rPr lang="fr-FR" sz="1400" b="1" dirty="0" err="1"/>
              <a:t>Hqfkdqwhv</a:t>
            </a:r>
            <a:r>
              <a:rPr lang="fr-FR" sz="1400" b="1" dirty="0"/>
              <a:t>, </a:t>
            </a:r>
            <a:r>
              <a:rPr lang="fr-FR" sz="1400" b="1" dirty="0" err="1"/>
              <a:t>fduwh</a:t>
            </a:r>
            <a:r>
              <a:rPr lang="fr-FR" sz="1400" b="1" dirty="0"/>
              <a:t> </a:t>
            </a:r>
            <a:r>
              <a:rPr lang="fr-FR" sz="1400" b="1" dirty="0" err="1"/>
              <a:t>flqtxdqwh</a:t>
            </a:r>
            <a:r>
              <a:rPr lang="fr-FR" sz="1400" b="1" dirty="0"/>
              <a:t>.« </a:t>
            </a:r>
          </a:p>
          <a:p>
            <a:endParaRPr lang="fr-FR" sz="1400" dirty="0"/>
          </a:p>
          <a:p>
            <a:r>
              <a:rPr lang="fr-FR" sz="1400" dirty="0"/>
              <a:t>Je compte sur vous pour résoudre ce mystère et commencer votre quête. Votre première destination se trouve dans une plaine magique.</a:t>
            </a:r>
          </a:p>
          <a:p>
            <a:r>
              <a:rPr lang="fr-FR" sz="1400" dirty="0"/>
              <a:t>Il est impératif que vous vous y rendiez immédiatement avant qu'il ne soit trop tard.</a:t>
            </a:r>
          </a:p>
          <a:p>
            <a:endParaRPr lang="fr-FR" sz="1400" dirty="0"/>
          </a:p>
          <a:p>
            <a:r>
              <a:rPr lang="fr-FR" sz="1400" dirty="0"/>
              <a:t>Avec toute ma confiance,</a:t>
            </a:r>
            <a:br>
              <a:rPr lang="fr-FR" sz="1400" dirty="0"/>
            </a:br>
            <a:r>
              <a:rPr lang="fr-FR" sz="1400" dirty="0"/>
              <a:t>Maître Fromager Firmin</a:t>
            </a:r>
          </a:p>
          <a:p>
            <a:pPr algn="ctr"/>
            <a:endParaRPr lang="fr-FR" dirty="0"/>
          </a:p>
          <a:p>
            <a:r>
              <a:rPr lang="fr-FR" sz="900" dirty="0"/>
              <a:t>PS : utilise le code césar avec un décalage de 3</a:t>
            </a:r>
          </a:p>
        </p:txBody>
      </p:sp>
    </p:spTree>
    <p:extLst>
      <p:ext uri="{BB962C8B-B14F-4D97-AF65-F5344CB8AC3E}">
        <p14:creationId xmlns:p14="http://schemas.microsoft.com/office/powerpoint/2010/main" val="4315283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B4E64"/>
        </a:solidFill>
        <a:effectLst/>
      </p:bgPr>
    </p:bg>
    <p:spTree>
      <p:nvGrpSpPr>
        <p:cNvPr id="1" name="">
          <a:extLst>
            <a:ext uri="{FF2B5EF4-FFF2-40B4-BE49-F238E27FC236}">
              <a16:creationId xmlns:a16="http://schemas.microsoft.com/office/drawing/2014/main" id="{E2A3E24F-7BCE-249A-49BE-5888B727EF1E}"/>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13212F2B-6918-1D68-1438-D60B6A6F7749}"/>
              </a:ext>
            </a:extLst>
          </p:cNvPr>
          <p:cNvPicPr>
            <a:picLocks noChangeAspect="1"/>
          </p:cNvPicPr>
          <p:nvPr/>
        </p:nvPicPr>
        <p:blipFill>
          <a:blip r:embed="rId2"/>
          <a:srcRect t="754"/>
          <a:stretch/>
        </p:blipFill>
        <p:spPr>
          <a:xfrm>
            <a:off x="0" y="0"/>
            <a:ext cx="5242560" cy="9162613"/>
          </a:xfrm>
          <a:prstGeom prst="rect">
            <a:avLst/>
          </a:prstGeom>
        </p:spPr>
      </p:pic>
      <p:sp>
        <p:nvSpPr>
          <p:cNvPr id="5" name="ZoneTexte 4">
            <a:extLst>
              <a:ext uri="{FF2B5EF4-FFF2-40B4-BE49-F238E27FC236}">
                <a16:creationId xmlns:a16="http://schemas.microsoft.com/office/drawing/2014/main" id="{09CD5810-482C-B8C6-A2DE-EA67368C53BD}"/>
              </a:ext>
            </a:extLst>
          </p:cNvPr>
          <p:cNvSpPr txBox="1"/>
          <p:nvPr/>
        </p:nvSpPr>
        <p:spPr>
          <a:xfrm>
            <a:off x="970733" y="2926080"/>
            <a:ext cx="3426007" cy="2215991"/>
          </a:xfrm>
          <a:prstGeom prst="rect">
            <a:avLst/>
          </a:prstGeom>
          <a:noFill/>
        </p:spPr>
        <p:txBody>
          <a:bodyPr wrap="square" rtlCol="0">
            <a:spAutoFit/>
          </a:bodyPr>
          <a:lstStyle/>
          <a:p>
            <a:pPr algn="ctr"/>
            <a:r>
              <a:rPr lang="fr-FR" sz="13800" dirty="0">
                <a:solidFill>
                  <a:schemeClr val="accent6">
                    <a:lumMod val="60000"/>
                    <a:lumOff val="40000"/>
                  </a:schemeClr>
                </a:solidFill>
                <a:effectLst>
                  <a:innerShdw blurRad="114300">
                    <a:prstClr val="black"/>
                  </a:innerShdw>
                </a:effectLst>
              </a:rPr>
              <a:t>50</a:t>
            </a:r>
          </a:p>
        </p:txBody>
      </p:sp>
    </p:spTree>
    <p:extLst>
      <p:ext uri="{BB962C8B-B14F-4D97-AF65-F5344CB8AC3E}">
        <p14:creationId xmlns:p14="http://schemas.microsoft.com/office/powerpoint/2010/main" val="28610596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88000">
              <a:srgbClr val="31271B"/>
            </a:gs>
            <a:gs pos="100000">
              <a:srgbClr val="C6DAD1"/>
            </a:gs>
          </a:gsLst>
          <a:lin ang="5400000" scaled="1"/>
        </a:gradFill>
        <a:effectLst/>
      </p:bgPr>
    </p:bg>
    <p:spTree>
      <p:nvGrpSpPr>
        <p:cNvPr id="1" name="">
          <a:extLst>
            <a:ext uri="{FF2B5EF4-FFF2-40B4-BE49-F238E27FC236}">
              <a16:creationId xmlns:a16="http://schemas.microsoft.com/office/drawing/2014/main" id="{D6955892-BF03-420A-C583-E49EE2F20F61}"/>
            </a:ext>
          </a:extLst>
        </p:cNvPr>
        <p:cNvGrpSpPr/>
        <p:nvPr/>
      </p:nvGrpSpPr>
      <p:grpSpPr>
        <a:xfrm>
          <a:off x="0" y="0"/>
          <a:ext cx="0" cy="0"/>
          <a:chOff x="0" y="0"/>
          <a:chExt cx="0" cy="0"/>
        </a:xfrm>
      </p:grpSpPr>
      <p:pic>
        <p:nvPicPr>
          <p:cNvPr id="4" name="Image 3" descr="Clara la Caillée: Une petite créature faite de caillé, toujours prête à aider les joueurs, dans un style fantastique">
            <a:extLst>
              <a:ext uri="{FF2B5EF4-FFF2-40B4-BE49-F238E27FC236}">
                <a16:creationId xmlns:a16="http://schemas.microsoft.com/office/drawing/2014/main" id="{52BE6E3E-7E05-7B34-3472-8BDE5E2E8E4B}"/>
              </a:ext>
            </a:extLst>
          </p:cNvPr>
          <p:cNvPicPr>
            <a:picLocks noChangeAspect="1"/>
          </p:cNvPicPr>
          <p:nvPr/>
        </p:nvPicPr>
        <p:blipFill>
          <a:blip r:embed="rId2" cstate="print">
            <a:extLst>
              <a:ext uri="{28A0092B-C50C-407E-A947-70E740481C1C}">
                <a14:useLocalDpi xmlns:a14="http://schemas.microsoft.com/office/drawing/2010/main" val="0"/>
              </a:ext>
            </a:extLst>
          </a:blip>
          <a:srcRect l="8426" t="11504" r="5002"/>
          <a:stretch/>
        </p:blipFill>
        <p:spPr bwMode="auto">
          <a:xfrm flipH="1">
            <a:off x="0" y="3886200"/>
            <a:ext cx="5143500" cy="5257800"/>
          </a:xfrm>
          <a:prstGeom prst="rect">
            <a:avLst/>
          </a:prstGeom>
          <a:noFill/>
          <a:ln>
            <a:noFill/>
          </a:ln>
        </p:spPr>
      </p:pic>
      <p:sp>
        <p:nvSpPr>
          <p:cNvPr id="6" name="Bulle narrative : rectangle à coins arrondis 5">
            <a:extLst>
              <a:ext uri="{FF2B5EF4-FFF2-40B4-BE49-F238E27FC236}">
                <a16:creationId xmlns:a16="http://schemas.microsoft.com/office/drawing/2014/main" id="{5055FBBA-DBF0-6C6E-7042-E7AE37FC0BB3}"/>
              </a:ext>
            </a:extLst>
          </p:cNvPr>
          <p:cNvSpPr/>
          <p:nvPr/>
        </p:nvSpPr>
        <p:spPr>
          <a:xfrm>
            <a:off x="0" y="137160"/>
            <a:ext cx="4922520" cy="3749040"/>
          </a:xfrm>
          <a:prstGeom prst="wedgeRoundRectCallout">
            <a:avLst>
              <a:gd name="adj1" fmla="val -12470"/>
              <a:gd name="adj2" fmla="val 80746"/>
              <a:gd name="adj3" fmla="val 16667"/>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400" dirty="0"/>
          </a:p>
          <a:p>
            <a:endParaRPr lang="fr-FR" sz="1400" dirty="0"/>
          </a:p>
          <a:p>
            <a:r>
              <a:rPr lang="fr-FR" sz="1400" dirty="0"/>
              <a:t>Bravo, bravo ! Vous avez réussi à déchiffrer l'invitation ! Vous m'avez bien trouvée, et je suis tellement contente de vous rencontrer. Je suis Clara la Caillée, une petite créature née du caillé, et je suis ici pour vous aider dans votre quête.</a:t>
            </a:r>
          </a:p>
          <a:p>
            <a:r>
              <a:rPr lang="fr-FR" sz="1400" dirty="0"/>
              <a:t>Vous avez montré une grande astuce en résolvant le code, et je n'ai aucun doute que vous serez à la hauteur des défis qui vous attendent. Vous êtes sur la bonne voie, et chaque pas que vous faites vous rapproche un peu plus de la victoire.</a:t>
            </a:r>
          </a:p>
          <a:p>
            <a:r>
              <a:rPr lang="fr-FR" sz="1400" dirty="0"/>
              <a:t>Si vous avez besoin de conseils, d’aide ou même d’un peu de réconfort, je serai là pour vous soutenir. Après tout, le caillé n'est pas seulement fait pour être découpé, il est aussi fait pour rassembler et renforcer ceux qui en ont besoin. </a:t>
            </a:r>
          </a:p>
          <a:p>
            <a:endParaRPr lang="fr-FR" sz="1400" dirty="0">
              <a:solidFill>
                <a:schemeClr val="tx1">
                  <a:lumMod val="65000"/>
                  <a:lumOff val="35000"/>
                </a:schemeClr>
              </a:solidFill>
            </a:endParaRPr>
          </a:p>
          <a:p>
            <a:endParaRPr lang="fr-FR" dirty="0">
              <a:solidFill>
                <a:schemeClr val="tx1">
                  <a:lumMod val="65000"/>
                  <a:lumOff val="35000"/>
                </a:schemeClr>
              </a:solidFill>
            </a:endParaRPr>
          </a:p>
        </p:txBody>
      </p:sp>
      <p:sp>
        <p:nvSpPr>
          <p:cNvPr id="5" name="ZoneTexte 4">
            <a:extLst>
              <a:ext uri="{FF2B5EF4-FFF2-40B4-BE49-F238E27FC236}">
                <a16:creationId xmlns:a16="http://schemas.microsoft.com/office/drawing/2014/main" id="{E779C8B6-9AE6-7859-75A5-092050229C1D}"/>
              </a:ext>
            </a:extLst>
          </p:cNvPr>
          <p:cNvSpPr txBox="1"/>
          <p:nvPr/>
        </p:nvSpPr>
        <p:spPr>
          <a:xfrm>
            <a:off x="1741170" y="5410200"/>
            <a:ext cx="483870" cy="369332"/>
          </a:xfrm>
          <a:prstGeom prst="rect">
            <a:avLst/>
          </a:prstGeom>
          <a:noFill/>
        </p:spPr>
        <p:txBody>
          <a:bodyPr wrap="square" rtlCol="0">
            <a:spAutoFit/>
          </a:bodyPr>
          <a:lstStyle/>
          <a:p>
            <a:r>
              <a:rPr lang="fr-FR" dirty="0"/>
              <a:t>64</a:t>
            </a:r>
          </a:p>
        </p:txBody>
      </p:sp>
    </p:spTree>
    <p:extLst>
      <p:ext uri="{BB962C8B-B14F-4D97-AF65-F5344CB8AC3E}">
        <p14:creationId xmlns:p14="http://schemas.microsoft.com/office/powerpoint/2010/main" val="27916818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B4E64"/>
        </a:solidFill>
        <a:effectLst/>
      </p:bgPr>
    </p:bg>
    <p:spTree>
      <p:nvGrpSpPr>
        <p:cNvPr id="1" name="">
          <a:extLst>
            <a:ext uri="{FF2B5EF4-FFF2-40B4-BE49-F238E27FC236}">
              <a16:creationId xmlns:a16="http://schemas.microsoft.com/office/drawing/2014/main" id="{5C6E3C7D-1259-4722-A8E7-5FB26782AF2C}"/>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C02D0136-3239-D43B-055A-D13E0D59D4D9}"/>
              </a:ext>
            </a:extLst>
          </p:cNvPr>
          <p:cNvPicPr>
            <a:picLocks noChangeAspect="1"/>
          </p:cNvPicPr>
          <p:nvPr/>
        </p:nvPicPr>
        <p:blipFill>
          <a:blip r:embed="rId2"/>
          <a:srcRect t="754"/>
          <a:stretch/>
        </p:blipFill>
        <p:spPr>
          <a:xfrm>
            <a:off x="0" y="0"/>
            <a:ext cx="5242560" cy="9162613"/>
          </a:xfrm>
          <a:prstGeom prst="rect">
            <a:avLst/>
          </a:prstGeom>
        </p:spPr>
      </p:pic>
      <p:sp>
        <p:nvSpPr>
          <p:cNvPr id="5" name="ZoneTexte 4">
            <a:extLst>
              <a:ext uri="{FF2B5EF4-FFF2-40B4-BE49-F238E27FC236}">
                <a16:creationId xmlns:a16="http://schemas.microsoft.com/office/drawing/2014/main" id="{0B4F5D3E-AEAC-C70F-3453-E958A6DDFFBE}"/>
              </a:ext>
            </a:extLst>
          </p:cNvPr>
          <p:cNvSpPr txBox="1"/>
          <p:nvPr/>
        </p:nvSpPr>
        <p:spPr>
          <a:xfrm>
            <a:off x="970733" y="2926080"/>
            <a:ext cx="3426007" cy="2215991"/>
          </a:xfrm>
          <a:prstGeom prst="rect">
            <a:avLst/>
          </a:prstGeom>
          <a:noFill/>
        </p:spPr>
        <p:txBody>
          <a:bodyPr wrap="square" rtlCol="0">
            <a:spAutoFit/>
          </a:bodyPr>
          <a:lstStyle/>
          <a:p>
            <a:pPr algn="ctr"/>
            <a:r>
              <a:rPr lang="fr-FR" sz="13800" dirty="0">
                <a:solidFill>
                  <a:schemeClr val="accent6">
                    <a:lumMod val="60000"/>
                    <a:lumOff val="40000"/>
                  </a:schemeClr>
                </a:solidFill>
                <a:effectLst>
                  <a:innerShdw blurRad="114300">
                    <a:prstClr val="black"/>
                  </a:innerShdw>
                </a:effectLst>
              </a:rPr>
              <a:t>64</a:t>
            </a:r>
          </a:p>
        </p:txBody>
      </p:sp>
    </p:spTree>
    <p:extLst>
      <p:ext uri="{BB962C8B-B14F-4D97-AF65-F5344CB8AC3E}">
        <p14:creationId xmlns:p14="http://schemas.microsoft.com/office/powerpoint/2010/main" val="30526118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88000">
              <a:srgbClr val="31271B"/>
            </a:gs>
            <a:gs pos="100000">
              <a:srgbClr val="C6DAD1"/>
            </a:gs>
          </a:gsLst>
          <a:lin ang="5400000" scaled="1"/>
        </a:gradFill>
        <a:effectLst/>
      </p:bgPr>
    </p:bg>
    <p:spTree>
      <p:nvGrpSpPr>
        <p:cNvPr id="1" name="">
          <a:extLst>
            <a:ext uri="{FF2B5EF4-FFF2-40B4-BE49-F238E27FC236}">
              <a16:creationId xmlns:a16="http://schemas.microsoft.com/office/drawing/2014/main" id="{800E9EAC-BC2B-945C-5686-88237DD1C37B}"/>
            </a:ext>
          </a:extLst>
        </p:cNvPr>
        <p:cNvGrpSpPr/>
        <p:nvPr/>
      </p:nvGrpSpPr>
      <p:grpSpPr>
        <a:xfrm>
          <a:off x="0" y="0"/>
          <a:ext cx="0" cy="0"/>
          <a:chOff x="0" y="0"/>
          <a:chExt cx="0" cy="0"/>
        </a:xfrm>
      </p:grpSpPr>
      <p:pic>
        <p:nvPicPr>
          <p:cNvPr id="4" name="Image 3" descr="Clara la Caillée: Une petite créature faite de caillé, toujours prête à aider les joueurs, dans un style fantastique">
            <a:extLst>
              <a:ext uri="{FF2B5EF4-FFF2-40B4-BE49-F238E27FC236}">
                <a16:creationId xmlns:a16="http://schemas.microsoft.com/office/drawing/2014/main" id="{19836094-DA78-3A37-661C-7DB27694D6AC}"/>
              </a:ext>
            </a:extLst>
          </p:cNvPr>
          <p:cNvPicPr>
            <a:picLocks noChangeAspect="1"/>
          </p:cNvPicPr>
          <p:nvPr/>
        </p:nvPicPr>
        <p:blipFill>
          <a:blip r:embed="rId2" cstate="print">
            <a:extLst>
              <a:ext uri="{28A0092B-C50C-407E-A947-70E740481C1C}">
                <a14:useLocalDpi xmlns:a14="http://schemas.microsoft.com/office/drawing/2010/main" val="0"/>
              </a:ext>
            </a:extLst>
          </a:blip>
          <a:srcRect l="8426" t="11504" r="5002"/>
          <a:stretch/>
        </p:blipFill>
        <p:spPr bwMode="auto">
          <a:xfrm flipH="1">
            <a:off x="0" y="3627120"/>
            <a:ext cx="5143500" cy="5516880"/>
          </a:xfrm>
          <a:prstGeom prst="rect">
            <a:avLst/>
          </a:prstGeom>
          <a:noFill/>
          <a:ln>
            <a:noFill/>
          </a:ln>
        </p:spPr>
      </p:pic>
      <p:sp>
        <p:nvSpPr>
          <p:cNvPr id="6" name="Bulle narrative : rectangle à coins arrondis 5">
            <a:extLst>
              <a:ext uri="{FF2B5EF4-FFF2-40B4-BE49-F238E27FC236}">
                <a16:creationId xmlns:a16="http://schemas.microsoft.com/office/drawing/2014/main" id="{52FD8EA7-F14B-89B7-151F-13C5B12FB17D}"/>
              </a:ext>
            </a:extLst>
          </p:cNvPr>
          <p:cNvSpPr/>
          <p:nvPr/>
        </p:nvSpPr>
        <p:spPr>
          <a:xfrm>
            <a:off x="0" y="137160"/>
            <a:ext cx="4922520" cy="3093720"/>
          </a:xfrm>
          <a:prstGeom prst="wedgeRoundRectCallout">
            <a:avLst>
              <a:gd name="adj1" fmla="val -12470"/>
              <a:gd name="adj2" fmla="val 80746"/>
              <a:gd name="adj3" fmla="val 16667"/>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400" dirty="0"/>
          </a:p>
          <a:p>
            <a:r>
              <a:rPr lang="fr-FR" sz="1600" dirty="0"/>
              <a:t>Je vois que vous êtes prêts à relever le défi. Mais sachez que les Ciseaux Enchantés ne se déclencheront que si vous résolvez une véritable énigme mathématique.</a:t>
            </a:r>
          </a:p>
          <a:p>
            <a:r>
              <a:rPr lang="fr-FR" sz="1600" dirty="0"/>
              <a:t>Maintenant, voici l’énigme qui vous attend :</a:t>
            </a:r>
          </a:p>
          <a:p>
            <a:r>
              <a:rPr lang="fr-FR" sz="1600" b="1" dirty="0"/>
              <a:t>"Vous avez un bloc de caillé sous forme de cube dont le volume initial est de 432 cm³. Vous devez découper ce bloc en morceaux égaux, chacun ayant un volume de 8 cm³.</a:t>
            </a:r>
            <a:br>
              <a:rPr lang="fr-FR" sz="1600" b="1" dirty="0"/>
            </a:br>
            <a:r>
              <a:rPr lang="fr-FR" sz="1600" b="1" dirty="0"/>
              <a:t>Combien de morceaux obtiendrez-vous après découpe ? </a:t>
            </a:r>
            <a:endParaRPr lang="fr-FR" sz="2000" dirty="0">
              <a:solidFill>
                <a:schemeClr val="tx1">
                  <a:lumMod val="65000"/>
                  <a:lumOff val="35000"/>
                </a:schemeClr>
              </a:solidFill>
            </a:endParaRPr>
          </a:p>
        </p:txBody>
      </p:sp>
      <p:sp>
        <p:nvSpPr>
          <p:cNvPr id="2" name="Rectangle 1">
            <a:extLst>
              <a:ext uri="{FF2B5EF4-FFF2-40B4-BE49-F238E27FC236}">
                <a16:creationId xmlns:a16="http://schemas.microsoft.com/office/drawing/2014/main" id="{EF9D3985-5D6D-2DA5-121F-10327FB6C529}"/>
              </a:ext>
            </a:extLst>
          </p:cNvPr>
          <p:cNvSpPr/>
          <p:nvPr/>
        </p:nvSpPr>
        <p:spPr>
          <a:xfrm>
            <a:off x="164374" y="7362553"/>
            <a:ext cx="4814751" cy="1644287"/>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500" dirty="0"/>
              <a:t>Le savez-vous ? La découpe du caillé, loin d’être une simple opération, a une véritable influence sur la texture du fromage. Il est essentiel de bien comprendre la relation entre la taille des morceaux et la vitesse d'égouttage du lactosérum. Une petite erreur de dimensionnement peut changer toute la consistance du fromage !</a:t>
            </a:r>
            <a:endParaRPr lang="fr-FR" sz="1500" dirty="0">
              <a:effectLs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16928104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B4E64"/>
        </a:solidFill>
        <a:effectLst/>
      </p:bgPr>
    </p:bg>
    <p:spTree>
      <p:nvGrpSpPr>
        <p:cNvPr id="1" name="">
          <a:extLst>
            <a:ext uri="{FF2B5EF4-FFF2-40B4-BE49-F238E27FC236}">
              <a16:creationId xmlns:a16="http://schemas.microsoft.com/office/drawing/2014/main" id="{3647ED92-0E5F-A477-37E0-CA65C3630373}"/>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747E7553-0142-F6AF-AF4B-4B9FF2CAB9C4}"/>
              </a:ext>
            </a:extLst>
          </p:cNvPr>
          <p:cNvPicPr>
            <a:picLocks noChangeAspect="1"/>
          </p:cNvPicPr>
          <p:nvPr/>
        </p:nvPicPr>
        <p:blipFill>
          <a:blip r:embed="rId2"/>
          <a:srcRect t="754"/>
          <a:stretch/>
        </p:blipFill>
        <p:spPr>
          <a:xfrm>
            <a:off x="0" y="0"/>
            <a:ext cx="5242560" cy="9162613"/>
          </a:xfrm>
          <a:prstGeom prst="rect">
            <a:avLst/>
          </a:prstGeom>
        </p:spPr>
      </p:pic>
      <p:sp>
        <p:nvSpPr>
          <p:cNvPr id="5" name="ZoneTexte 4">
            <a:extLst>
              <a:ext uri="{FF2B5EF4-FFF2-40B4-BE49-F238E27FC236}">
                <a16:creationId xmlns:a16="http://schemas.microsoft.com/office/drawing/2014/main" id="{5D00F07E-33F3-BA85-FE78-F9242DDC2970}"/>
              </a:ext>
            </a:extLst>
          </p:cNvPr>
          <p:cNvSpPr txBox="1"/>
          <p:nvPr/>
        </p:nvSpPr>
        <p:spPr>
          <a:xfrm>
            <a:off x="970733" y="2926080"/>
            <a:ext cx="3426007" cy="2215991"/>
          </a:xfrm>
          <a:prstGeom prst="rect">
            <a:avLst/>
          </a:prstGeom>
          <a:noFill/>
        </p:spPr>
        <p:txBody>
          <a:bodyPr wrap="square" rtlCol="0">
            <a:spAutoFit/>
          </a:bodyPr>
          <a:lstStyle/>
          <a:p>
            <a:pPr algn="ctr"/>
            <a:r>
              <a:rPr lang="fr-FR" sz="13800" dirty="0">
                <a:solidFill>
                  <a:schemeClr val="accent6">
                    <a:lumMod val="60000"/>
                    <a:lumOff val="40000"/>
                  </a:schemeClr>
                </a:solidFill>
                <a:effectLst>
                  <a:innerShdw blurRad="114300">
                    <a:prstClr val="black"/>
                  </a:innerShdw>
                </a:effectLst>
              </a:rPr>
              <a:t>54</a:t>
            </a:r>
          </a:p>
        </p:txBody>
      </p:sp>
    </p:spTree>
    <p:extLst>
      <p:ext uri="{BB962C8B-B14F-4D97-AF65-F5344CB8AC3E}">
        <p14:creationId xmlns:p14="http://schemas.microsoft.com/office/powerpoint/2010/main" val="16694498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88000">
              <a:srgbClr val="31271B"/>
            </a:gs>
            <a:gs pos="100000">
              <a:srgbClr val="C6DAD1"/>
            </a:gs>
          </a:gsLst>
          <a:lin ang="5400000" scaled="1"/>
        </a:gradFill>
        <a:effectLst/>
      </p:bgPr>
    </p:bg>
    <p:spTree>
      <p:nvGrpSpPr>
        <p:cNvPr id="1" name="">
          <a:extLst>
            <a:ext uri="{FF2B5EF4-FFF2-40B4-BE49-F238E27FC236}">
              <a16:creationId xmlns:a16="http://schemas.microsoft.com/office/drawing/2014/main" id="{73EEED67-1EC3-DF63-075A-849B8B60B841}"/>
            </a:ext>
          </a:extLst>
        </p:cNvPr>
        <p:cNvGrpSpPr/>
        <p:nvPr/>
      </p:nvGrpSpPr>
      <p:grpSpPr>
        <a:xfrm>
          <a:off x="0" y="0"/>
          <a:ext cx="0" cy="0"/>
          <a:chOff x="0" y="0"/>
          <a:chExt cx="0" cy="0"/>
        </a:xfrm>
      </p:grpSpPr>
      <p:pic>
        <p:nvPicPr>
          <p:cNvPr id="4" name="Image 3" descr="Clara la Caillée: Une petite créature faite de caillé, toujours prête à aider les joueurs, dans un style fantastique">
            <a:extLst>
              <a:ext uri="{FF2B5EF4-FFF2-40B4-BE49-F238E27FC236}">
                <a16:creationId xmlns:a16="http://schemas.microsoft.com/office/drawing/2014/main" id="{E7E692C0-D1AE-901A-3413-092AB324D528}"/>
              </a:ext>
            </a:extLst>
          </p:cNvPr>
          <p:cNvPicPr>
            <a:picLocks noChangeAspect="1"/>
          </p:cNvPicPr>
          <p:nvPr/>
        </p:nvPicPr>
        <p:blipFill>
          <a:blip r:embed="rId2" cstate="print">
            <a:extLst>
              <a:ext uri="{28A0092B-C50C-407E-A947-70E740481C1C}">
                <a14:useLocalDpi xmlns:a14="http://schemas.microsoft.com/office/drawing/2010/main" val="0"/>
              </a:ext>
            </a:extLst>
          </a:blip>
          <a:srcRect l="8426" t="11504" r="5002"/>
          <a:stretch/>
        </p:blipFill>
        <p:spPr bwMode="auto">
          <a:xfrm flipH="1">
            <a:off x="0" y="3886200"/>
            <a:ext cx="5143500" cy="5257800"/>
          </a:xfrm>
          <a:prstGeom prst="rect">
            <a:avLst/>
          </a:prstGeom>
          <a:noFill/>
          <a:ln>
            <a:noFill/>
          </a:ln>
        </p:spPr>
      </p:pic>
      <p:sp>
        <p:nvSpPr>
          <p:cNvPr id="6" name="Bulle narrative : rectangle à coins arrondis 5">
            <a:extLst>
              <a:ext uri="{FF2B5EF4-FFF2-40B4-BE49-F238E27FC236}">
                <a16:creationId xmlns:a16="http://schemas.microsoft.com/office/drawing/2014/main" id="{D7BBF654-33D0-625C-9FF1-3EAEC1596614}"/>
              </a:ext>
            </a:extLst>
          </p:cNvPr>
          <p:cNvSpPr/>
          <p:nvPr/>
        </p:nvSpPr>
        <p:spPr>
          <a:xfrm>
            <a:off x="0" y="137160"/>
            <a:ext cx="4922520" cy="3749040"/>
          </a:xfrm>
          <a:prstGeom prst="wedgeRoundRectCallout">
            <a:avLst>
              <a:gd name="adj1" fmla="val -12470"/>
              <a:gd name="adj2" fmla="val 80746"/>
              <a:gd name="adj3" fmla="val 16667"/>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400" dirty="0"/>
          </a:p>
          <a:p>
            <a:r>
              <a:rPr lang="fr-FR" sz="1400" dirty="0"/>
              <a:t>Bravo, bravo ! Grâce à vous, les Ciseaux Enchantés sont à nouveau en service ! À présent, nous pouvons enfin reprendre nos découpes comme il se doit. Ces ciseaux sont essentiels pour préparer le caillé, et grâce à votre intelligence, vous avez restauré leur pouvoir. La découpe idéale permettra d'obtenir la texture parfaite pour le fromage, et chaque morceau comptera dans la suite de notre quête.</a:t>
            </a:r>
          </a:p>
          <a:p>
            <a:r>
              <a:rPr lang="fr-FR" sz="1400" dirty="0"/>
              <a:t>Merci, mes chers aventuriers, vous avez franchi cette étape avec brio. Nous allons pouvoir continuer à avancer et à nous rapprocher de notre objectif. L'Empire Bell n'a qu'à bien se tenir, car avec des alliés comme vous, nous ne pouvons que triompher ! Je vous laisse avec mon amis Léo, il pourra vous aidez dans la suite de votre quête. </a:t>
            </a:r>
          </a:p>
          <a:p>
            <a:r>
              <a:rPr lang="fr-FR" sz="1400" dirty="0"/>
              <a:t>                Prenez la carte 9</a:t>
            </a:r>
          </a:p>
        </p:txBody>
      </p:sp>
    </p:spTree>
    <p:extLst>
      <p:ext uri="{BB962C8B-B14F-4D97-AF65-F5344CB8AC3E}">
        <p14:creationId xmlns:p14="http://schemas.microsoft.com/office/powerpoint/2010/main" val="40758399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B4E64"/>
        </a:solidFill>
        <a:effectLst/>
      </p:bgPr>
    </p:bg>
    <p:spTree>
      <p:nvGrpSpPr>
        <p:cNvPr id="1" name="">
          <a:extLst>
            <a:ext uri="{FF2B5EF4-FFF2-40B4-BE49-F238E27FC236}">
              <a16:creationId xmlns:a16="http://schemas.microsoft.com/office/drawing/2014/main" id="{197C9293-511E-71F2-5B85-2FE61EEA7C18}"/>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09B9E730-3CAC-B2AA-C712-9956434A8BF2}"/>
              </a:ext>
            </a:extLst>
          </p:cNvPr>
          <p:cNvPicPr>
            <a:picLocks noChangeAspect="1"/>
          </p:cNvPicPr>
          <p:nvPr/>
        </p:nvPicPr>
        <p:blipFill>
          <a:blip r:embed="rId2"/>
          <a:srcRect t="754"/>
          <a:stretch/>
        </p:blipFill>
        <p:spPr>
          <a:xfrm>
            <a:off x="0" y="0"/>
            <a:ext cx="5242560" cy="9162613"/>
          </a:xfrm>
          <a:prstGeom prst="rect">
            <a:avLst/>
          </a:prstGeom>
        </p:spPr>
      </p:pic>
      <p:sp>
        <p:nvSpPr>
          <p:cNvPr id="5" name="ZoneTexte 4">
            <a:extLst>
              <a:ext uri="{FF2B5EF4-FFF2-40B4-BE49-F238E27FC236}">
                <a16:creationId xmlns:a16="http://schemas.microsoft.com/office/drawing/2014/main" id="{8DB305F8-0F40-B5AC-2385-55BCF8959931}"/>
              </a:ext>
            </a:extLst>
          </p:cNvPr>
          <p:cNvSpPr txBox="1"/>
          <p:nvPr/>
        </p:nvSpPr>
        <p:spPr>
          <a:xfrm>
            <a:off x="970733" y="2926080"/>
            <a:ext cx="3426007" cy="2215991"/>
          </a:xfrm>
          <a:prstGeom prst="rect">
            <a:avLst/>
          </a:prstGeom>
          <a:noFill/>
        </p:spPr>
        <p:txBody>
          <a:bodyPr wrap="square" rtlCol="0">
            <a:spAutoFit/>
          </a:bodyPr>
          <a:lstStyle/>
          <a:p>
            <a:pPr algn="ctr"/>
            <a:r>
              <a:rPr lang="fr-FR" sz="13800" dirty="0">
                <a:solidFill>
                  <a:schemeClr val="accent6">
                    <a:lumMod val="60000"/>
                    <a:lumOff val="40000"/>
                  </a:schemeClr>
                </a:solidFill>
                <a:effectLst>
                  <a:innerShdw blurRad="114300">
                    <a:prstClr val="black"/>
                  </a:innerShdw>
                </a:effectLst>
              </a:rPr>
              <a:t>9</a:t>
            </a:r>
          </a:p>
        </p:txBody>
      </p:sp>
    </p:spTree>
    <p:extLst>
      <p:ext uri="{BB962C8B-B14F-4D97-AF65-F5344CB8AC3E}">
        <p14:creationId xmlns:p14="http://schemas.microsoft.com/office/powerpoint/2010/main" val="10487652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100000">
              <a:srgbClr val="031A3C"/>
            </a:gs>
            <a:gs pos="100000">
              <a:srgbClr val="C6DAD1"/>
            </a:gs>
          </a:gsLst>
          <a:lin ang="5400000" scaled="1"/>
        </a:gradFill>
        <a:effectLst/>
      </p:bgPr>
    </p:bg>
    <p:spTree>
      <p:nvGrpSpPr>
        <p:cNvPr id="1" name="">
          <a:extLst>
            <a:ext uri="{FF2B5EF4-FFF2-40B4-BE49-F238E27FC236}">
              <a16:creationId xmlns:a16="http://schemas.microsoft.com/office/drawing/2014/main" id="{6C88F059-5888-426F-7AF0-3BECDE4F0D80}"/>
            </a:ext>
          </a:extLst>
        </p:cNvPr>
        <p:cNvGrpSpPr/>
        <p:nvPr/>
      </p:nvGrpSpPr>
      <p:grpSpPr>
        <a:xfrm>
          <a:off x="0" y="0"/>
          <a:ext cx="0" cy="0"/>
          <a:chOff x="0" y="0"/>
          <a:chExt cx="0" cy="0"/>
        </a:xfrm>
      </p:grpSpPr>
      <p:pic>
        <p:nvPicPr>
          <p:cNvPr id="2" name="Image 1" descr="Léo le Laitier : Un laitier joyeux qui connaît tous les secrets de la planète Égouttecaillé. Dans un style fantastique">
            <a:extLst>
              <a:ext uri="{FF2B5EF4-FFF2-40B4-BE49-F238E27FC236}">
                <a16:creationId xmlns:a16="http://schemas.microsoft.com/office/drawing/2014/main" id="{A005044D-29C5-CF88-C6E2-35A0781E7F49}"/>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4000500"/>
            <a:ext cx="5143500" cy="5143500"/>
          </a:xfrm>
          <a:prstGeom prst="rect">
            <a:avLst/>
          </a:prstGeom>
          <a:noFill/>
          <a:ln>
            <a:noFill/>
          </a:ln>
        </p:spPr>
      </p:pic>
      <p:sp>
        <p:nvSpPr>
          <p:cNvPr id="6" name="Bulle narrative : rectangle à coins arrondis 5">
            <a:extLst>
              <a:ext uri="{FF2B5EF4-FFF2-40B4-BE49-F238E27FC236}">
                <a16:creationId xmlns:a16="http://schemas.microsoft.com/office/drawing/2014/main" id="{C9555AAD-E354-0147-1BE2-005299386040}"/>
              </a:ext>
            </a:extLst>
          </p:cNvPr>
          <p:cNvSpPr/>
          <p:nvPr/>
        </p:nvSpPr>
        <p:spPr>
          <a:xfrm>
            <a:off x="110490" y="91440"/>
            <a:ext cx="4922520" cy="3749040"/>
          </a:xfrm>
          <a:prstGeom prst="wedgeRoundRectCallout">
            <a:avLst>
              <a:gd name="adj1" fmla="val 1307"/>
              <a:gd name="adj2" fmla="val 84608"/>
              <a:gd name="adj3" fmla="val 16667"/>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600" dirty="0"/>
              <a:t>Ah, vous voilà ! Bienvenue, mes amis ! Je suis Léo le Laitier, et je suis ici pour vous guider jusqu'aux Cascades d'Égouttage, un lieu absolument essentiel dans le processus de fabrication du fromage. Ces cascades permettent d’égoutter le caillé découpé, de séparer le lactosérum et d'obtenir la consistance parfaite pour le fromage.</a:t>
            </a:r>
          </a:p>
          <a:p>
            <a:r>
              <a:rPr lang="fr-FR" sz="1600" dirty="0"/>
              <a:t>Mais avant que nous puissions avancer, il y a une petite épreuve à surmonter ! Un passage secret se cache sous la cascade, mais pour y accéder, vous devrez répondre correctement à une question. Il s’agit d’une question fondamentale pour comprendre comment fonctionne l’égouttage du caillé.</a:t>
            </a:r>
          </a:p>
        </p:txBody>
      </p:sp>
      <p:sp>
        <p:nvSpPr>
          <p:cNvPr id="3" name="ZoneTexte 2">
            <a:extLst>
              <a:ext uri="{FF2B5EF4-FFF2-40B4-BE49-F238E27FC236}">
                <a16:creationId xmlns:a16="http://schemas.microsoft.com/office/drawing/2014/main" id="{6B152089-3030-3964-591E-B87949CCABD1}"/>
              </a:ext>
            </a:extLst>
          </p:cNvPr>
          <p:cNvSpPr txBox="1"/>
          <p:nvPr/>
        </p:nvSpPr>
        <p:spPr>
          <a:xfrm>
            <a:off x="1813560" y="6865620"/>
            <a:ext cx="609600" cy="369332"/>
          </a:xfrm>
          <a:prstGeom prst="rect">
            <a:avLst/>
          </a:prstGeom>
          <a:noFill/>
        </p:spPr>
        <p:txBody>
          <a:bodyPr wrap="square" rtlCol="0">
            <a:spAutoFit/>
          </a:bodyPr>
          <a:lstStyle/>
          <a:p>
            <a:r>
              <a:rPr lang="fr-FR" b="1" dirty="0"/>
              <a:t>24</a:t>
            </a:r>
          </a:p>
        </p:txBody>
      </p:sp>
    </p:spTree>
    <p:extLst>
      <p:ext uri="{BB962C8B-B14F-4D97-AF65-F5344CB8AC3E}">
        <p14:creationId xmlns:p14="http://schemas.microsoft.com/office/powerpoint/2010/main" val="25100547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B4E64"/>
        </a:solidFill>
        <a:effectLst/>
      </p:bgPr>
    </p:bg>
    <p:spTree>
      <p:nvGrpSpPr>
        <p:cNvPr id="1" name="">
          <a:extLst>
            <a:ext uri="{FF2B5EF4-FFF2-40B4-BE49-F238E27FC236}">
              <a16:creationId xmlns:a16="http://schemas.microsoft.com/office/drawing/2014/main" id="{AFA1BAD3-8725-BDAD-1BEE-21E645AB25F7}"/>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C40D190E-F788-37FD-A014-1AC448269D13}"/>
              </a:ext>
            </a:extLst>
          </p:cNvPr>
          <p:cNvPicPr>
            <a:picLocks noChangeAspect="1"/>
          </p:cNvPicPr>
          <p:nvPr/>
        </p:nvPicPr>
        <p:blipFill>
          <a:blip r:embed="rId2"/>
          <a:srcRect t="754"/>
          <a:stretch/>
        </p:blipFill>
        <p:spPr>
          <a:xfrm>
            <a:off x="0" y="0"/>
            <a:ext cx="5242560" cy="9162613"/>
          </a:xfrm>
          <a:prstGeom prst="rect">
            <a:avLst/>
          </a:prstGeom>
        </p:spPr>
      </p:pic>
      <p:sp>
        <p:nvSpPr>
          <p:cNvPr id="5" name="ZoneTexte 4">
            <a:extLst>
              <a:ext uri="{FF2B5EF4-FFF2-40B4-BE49-F238E27FC236}">
                <a16:creationId xmlns:a16="http://schemas.microsoft.com/office/drawing/2014/main" id="{F79E8A59-ADD4-2BAF-B89F-1118B5C0F041}"/>
              </a:ext>
            </a:extLst>
          </p:cNvPr>
          <p:cNvSpPr txBox="1"/>
          <p:nvPr/>
        </p:nvSpPr>
        <p:spPr>
          <a:xfrm>
            <a:off x="970733" y="2926080"/>
            <a:ext cx="3426007" cy="2215991"/>
          </a:xfrm>
          <a:prstGeom prst="rect">
            <a:avLst/>
          </a:prstGeom>
          <a:noFill/>
        </p:spPr>
        <p:txBody>
          <a:bodyPr wrap="square" rtlCol="0">
            <a:spAutoFit/>
          </a:bodyPr>
          <a:lstStyle/>
          <a:p>
            <a:pPr algn="ctr"/>
            <a:r>
              <a:rPr lang="fr-FR" sz="13800" dirty="0">
                <a:solidFill>
                  <a:schemeClr val="accent6">
                    <a:lumMod val="60000"/>
                    <a:lumOff val="40000"/>
                  </a:schemeClr>
                </a:solidFill>
                <a:effectLst>
                  <a:innerShdw blurRad="114300">
                    <a:prstClr val="black"/>
                  </a:innerShdw>
                </a:effectLst>
              </a:rPr>
              <a:t>24</a:t>
            </a:r>
          </a:p>
        </p:txBody>
      </p:sp>
    </p:spTree>
    <p:extLst>
      <p:ext uri="{BB962C8B-B14F-4D97-AF65-F5344CB8AC3E}">
        <p14:creationId xmlns:p14="http://schemas.microsoft.com/office/powerpoint/2010/main" val="36818929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100000">
              <a:srgbClr val="031A3C"/>
            </a:gs>
            <a:gs pos="100000">
              <a:srgbClr val="C6DAD1"/>
            </a:gs>
          </a:gsLst>
          <a:lin ang="5400000" scaled="1"/>
        </a:gradFill>
        <a:effectLst/>
      </p:bgPr>
    </p:bg>
    <p:spTree>
      <p:nvGrpSpPr>
        <p:cNvPr id="1" name="">
          <a:extLst>
            <a:ext uri="{FF2B5EF4-FFF2-40B4-BE49-F238E27FC236}">
              <a16:creationId xmlns:a16="http://schemas.microsoft.com/office/drawing/2014/main" id="{13B40928-82A9-6045-C387-197C928788EE}"/>
            </a:ext>
          </a:extLst>
        </p:cNvPr>
        <p:cNvGrpSpPr/>
        <p:nvPr/>
      </p:nvGrpSpPr>
      <p:grpSpPr>
        <a:xfrm>
          <a:off x="0" y="0"/>
          <a:ext cx="0" cy="0"/>
          <a:chOff x="0" y="0"/>
          <a:chExt cx="0" cy="0"/>
        </a:xfrm>
      </p:grpSpPr>
      <p:pic>
        <p:nvPicPr>
          <p:cNvPr id="2" name="Image 1" descr="Léo le Laitier : Un laitier joyeux qui connaît tous les secrets de la planète Égouttecaillé. Dans un style fantastique">
            <a:extLst>
              <a:ext uri="{FF2B5EF4-FFF2-40B4-BE49-F238E27FC236}">
                <a16:creationId xmlns:a16="http://schemas.microsoft.com/office/drawing/2014/main" id="{4DBC3B08-CAA5-A86E-BCD5-F57B82FD3E94}"/>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4000500"/>
            <a:ext cx="5143500" cy="5143500"/>
          </a:xfrm>
          <a:prstGeom prst="rect">
            <a:avLst/>
          </a:prstGeom>
          <a:noFill/>
          <a:ln>
            <a:noFill/>
          </a:ln>
        </p:spPr>
      </p:pic>
      <p:sp>
        <p:nvSpPr>
          <p:cNvPr id="6" name="Bulle narrative : rectangle à coins arrondis 5">
            <a:extLst>
              <a:ext uri="{FF2B5EF4-FFF2-40B4-BE49-F238E27FC236}">
                <a16:creationId xmlns:a16="http://schemas.microsoft.com/office/drawing/2014/main" id="{7030D5E9-3590-18CB-9DAD-B7E001F150E3}"/>
              </a:ext>
            </a:extLst>
          </p:cNvPr>
          <p:cNvSpPr/>
          <p:nvPr/>
        </p:nvSpPr>
        <p:spPr>
          <a:xfrm>
            <a:off x="110490" y="91440"/>
            <a:ext cx="4922520" cy="3749040"/>
          </a:xfrm>
          <a:prstGeom prst="wedgeRoundRectCallout">
            <a:avLst>
              <a:gd name="adj1" fmla="val 1307"/>
              <a:gd name="adj2" fmla="val 84608"/>
              <a:gd name="adj3" fmla="val 16667"/>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600" dirty="0"/>
              <a:t>Alors, voilà la question : </a:t>
            </a:r>
          </a:p>
          <a:p>
            <a:endParaRPr lang="fr-FR" sz="1600" dirty="0"/>
          </a:p>
          <a:p>
            <a:r>
              <a:rPr lang="fr-FR" sz="1600" b="1" dirty="0"/>
              <a:t>Quels sont les trois facteurs les plus importants dans le processus d’égouttage ?</a:t>
            </a:r>
          </a:p>
          <a:p>
            <a:endParaRPr lang="fr-FR" sz="1600" b="1" dirty="0"/>
          </a:p>
          <a:p>
            <a:r>
              <a:rPr lang="fr-FR" sz="1600" dirty="0"/>
              <a:t>Réfléchissez bien ! Il suffira de les additionner. Chaque facteur joue un rôle clé, et c'est essentiel que vous les connaissiez avant de continuer. Une fois les réponses données, nous pourrons avancer ensemble et découvrir tous les secrets de l’égouttage !</a:t>
            </a:r>
          </a:p>
          <a:p>
            <a:endParaRPr lang="fr-FR" sz="1600" dirty="0"/>
          </a:p>
          <a:p>
            <a:r>
              <a:rPr lang="fr-FR" sz="1600" dirty="0"/>
              <a:t>Prenez les cartes 17, 18, 19 et  20</a:t>
            </a:r>
          </a:p>
        </p:txBody>
      </p:sp>
      <p:sp>
        <p:nvSpPr>
          <p:cNvPr id="3" name="ZoneTexte 2">
            <a:extLst>
              <a:ext uri="{FF2B5EF4-FFF2-40B4-BE49-F238E27FC236}">
                <a16:creationId xmlns:a16="http://schemas.microsoft.com/office/drawing/2014/main" id="{7CED6B84-9C7E-07E7-A37A-E7BB9A8D60F1}"/>
              </a:ext>
            </a:extLst>
          </p:cNvPr>
          <p:cNvSpPr txBox="1"/>
          <p:nvPr/>
        </p:nvSpPr>
        <p:spPr>
          <a:xfrm>
            <a:off x="1813560" y="6865620"/>
            <a:ext cx="609600" cy="369332"/>
          </a:xfrm>
          <a:prstGeom prst="rect">
            <a:avLst/>
          </a:prstGeom>
          <a:noFill/>
        </p:spPr>
        <p:txBody>
          <a:bodyPr wrap="square" rtlCol="0">
            <a:spAutoFit/>
          </a:bodyPr>
          <a:lstStyle/>
          <a:p>
            <a:r>
              <a:rPr lang="fr-FR" b="1" dirty="0"/>
              <a:t>24</a:t>
            </a:r>
          </a:p>
        </p:txBody>
      </p:sp>
    </p:spTree>
    <p:extLst>
      <p:ext uri="{BB962C8B-B14F-4D97-AF65-F5344CB8AC3E}">
        <p14:creationId xmlns:p14="http://schemas.microsoft.com/office/powerpoint/2010/main" val="37966357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B4E64"/>
        </a:solidFill>
        <a:effectLst/>
      </p:bgPr>
    </p:bg>
    <p:spTree>
      <p:nvGrpSpPr>
        <p:cNvPr id="1" name="">
          <a:extLst>
            <a:ext uri="{FF2B5EF4-FFF2-40B4-BE49-F238E27FC236}">
              <a16:creationId xmlns:a16="http://schemas.microsoft.com/office/drawing/2014/main" id="{D65B32C3-ED8E-5866-A4AA-CB4F73238C0A}"/>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3A79ADD0-D8F6-2A0D-F645-807CE274105F}"/>
              </a:ext>
            </a:extLst>
          </p:cNvPr>
          <p:cNvPicPr>
            <a:picLocks noChangeAspect="1"/>
          </p:cNvPicPr>
          <p:nvPr/>
        </p:nvPicPr>
        <p:blipFill>
          <a:blip r:embed="rId2"/>
          <a:srcRect t="754"/>
          <a:stretch/>
        </p:blipFill>
        <p:spPr>
          <a:xfrm>
            <a:off x="0" y="0"/>
            <a:ext cx="5242560" cy="9162613"/>
          </a:xfrm>
          <a:prstGeom prst="rect">
            <a:avLst/>
          </a:prstGeom>
        </p:spPr>
      </p:pic>
      <p:sp>
        <p:nvSpPr>
          <p:cNvPr id="5" name="ZoneTexte 4">
            <a:extLst>
              <a:ext uri="{FF2B5EF4-FFF2-40B4-BE49-F238E27FC236}">
                <a16:creationId xmlns:a16="http://schemas.microsoft.com/office/drawing/2014/main" id="{9829DBEA-CD41-75C4-096F-5F18D1ABBBFB}"/>
              </a:ext>
            </a:extLst>
          </p:cNvPr>
          <p:cNvSpPr txBox="1"/>
          <p:nvPr/>
        </p:nvSpPr>
        <p:spPr>
          <a:xfrm>
            <a:off x="970733" y="2926080"/>
            <a:ext cx="3426007" cy="2215991"/>
          </a:xfrm>
          <a:prstGeom prst="rect">
            <a:avLst/>
          </a:prstGeom>
          <a:noFill/>
        </p:spPr>
        <p:txBody>
          <a:bodyPr wrap="square" rtlCol="0">
            <a:spAutoFit/>
          </a:bodyPr>
          <a:lstStyle/>
          <a:p>
            <a:pPr algn="ctr"/>
            <a:r>
              <a:rPr lang="fr-FR" sz="13800" dirty="0">
                <a:solidFill>
                  <a:schemeClr val="accent6">
                    <a:lumMod val="60000"/>
                    <a:lumOff val="40000"/>
                  </a:schemeClr>
                </a:solidFill>
                <a:effectLst>
                  <a:innerShdw blurRad="114300">
                    <a:prstClr val="black"/>
                  </a:innerShdw>
                </a:effectLst>
              </a:rPr>
              <a:t>17</a:t>
            </a:r>
          </a:p>
        </p:txBody>
      </p:sp>
    </p:spTree>
    <p:extLst>
      <p:ext uri="{BB962C8B-B14F-4D97-AF65-F5344CB8AC3E}">
        <p14:creationId xmlns:p14="http://schemas.microsoft.com/office/powerpoint/2010/main" val="23037167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43041-78A8-D10F-7FFF-023968FFCF56}"/>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741B6E3E-B435-E20D-781C-9C688466BB8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5155781" cy="912227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F58B9171-C189-4718-AF47-A3E3C525292C}"/>
              </a:ext>
            </a:extLst>
          </p:cNvPr>
          <p:cNvSpPr/>
          <p:nvPr/>
        </p:nvSpPr>
        <p:spPr>
          <a:xfrm>
            <a:off x="164373" y="396240"/>
            <a:ext cx="4814751" cy="8328660"/>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800" dirty="0">
                <a:effectLst/>
                <a:latin typeface="Times New Roman" panose="02020603050405020304" pitchFamily="18" charset="0"/>
                <a:ea typeface="Times New Roman" panose="02020603050405020304" pitchFamily="18" charset="0"/>
              </a:rPr>
              <a:t>L'égouttage du caillé est une étape clé de la fabrication du fromage, et il ne s'agit pas simplement de séparer le lactosérum du caillé. Pour obtenir la bonne texture et la bonne consistance du fromage, plusieurs facteurs doivent être soigneusement contrôlés. Ces éléments influencent la vitesse à laquelle le lactosérum se sépare, la texture du fromage et même son goût.</a:t>
            </a:r>
          </a:p>
          <a:p>
            <a:r>
              <a:rPr lang="fr-FR" sz="1800" dirty="0">
                <a:effectLst/>
                <a:latin typeface="Times New Roman" panose="02020603050405020304" pitchFamily="18" charset="0"/>
                <a:ea typeface="Times New Roman" panose="02020603050405020304" pitchFamily="18" charset="0"/>
              </a:rPr>
              <a:t>Tout d'abord, il est essentiel de prêter attention à la durée d'égouttage. Un caillé qui reste trop longtemps dans la cuve risque de devenir trop sec et friable. En revanche, si l'égouttage est trop rapide, le fromage aura tendance à être trop humide et moins ferme. Le temps d'égouttage idéal varie selon le type de fromage que vous souhaitez obtenir, mais il doit toujours être soigneusement ajusté. Ensuite, un autre facteur fondamental est la température du caillé pendant l'égouttage. L'égouttage à température ambiante peut prendre beaucoup de temps, mais augmenter la chaleur permet d'accélérer le processus. Cependant, il faut éviter des températures trop élevées, car cela pourrait altérer la structure du caillé, le rendant trop friable ou provoquant la perte de certains arômes. En ajustant la température de manière précise, vous pouvez contrôler la texture du fromage, qu’il soit tendre ou plus ferme, selon vos préférences.</a:t>
            </a:r>
          </a:p>
          <a:p>
            <a:r>
              <a:rPr lang="fr-FR" sz="1800" dirty="0">
                <a:effectLst/>
                <a:latin typeface="Times New Roman" panose="02020603050405020304" pitchFamily="18" charset="0"/>
                <a:ea typeface="Times New Roman" panose="02020603050405020304" pitchFamily="18" charset="0"/>
              </a:rPr>
              <a:t>Suite carte 18</a:t>
            </a:r>
          </a:p>
        </p:txBody>
      </p:sp>
    </p:spTree>
    <p:extLst>
      <p:ext uri="{BB962C8B-B14F-4D97-AF65-F5344CB8AC3E}">
        <p14:creationId xmlns:p14="http://schemas.microsoft.com/office/powerpoint/2010/main" val="32596946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2B4E64"/>
        </a:solidFill>
        <a:effectLst/>
      </p:bgPr>
    </p:bg>
    <p:spTree>
      <p:nvGrpSpPr>
        <p:cNvPr id="1" name="">
          <a:extLst>
            <a:ext uri="{FF2B5EF4-FFF2-40B4-BE49-F238E27FC236}">
              <a16:creationId xmlns:a16="http://schemas.microsoft.com/office/drawing/2014/main" id="{AAD7E2FE-4733-E3D2-BEB7-D977242A6774}"/>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3BA9765E-C1FF-FF74-FA91-7E8B79FA7217}"/>
              </a:ext>
            </a:extLst>
          </p:cNvPr>
          <p:cNvPicPr>
            <a:picLocks noChangeAspect="1"/>
          </p:cNvPicPr>
          <p:nvPr/>
        </p:nvPicPr>
        <p:blipFill>
          <a:blip r:embed="rId2"/>
          <a:srcRect t="754"/>
          <a:stretch/>
        </p:blipFill>
        <p:spPr>
          <a:xfrm>
            <a:off x="0" y="0"/>
            <a:ext cx="5242560" cy="9162613"/>
          </a:xfrm>
          <a:prstGeom prst="rect">
            <a:avLst/>
          </a:prstGeom>
        </p:spPr>
      </p:pic>
      <p:sp>
        <p:nvSpPr>
          <p:cNvPr id="5" name="ZoneTexte 4">
            <a:extLst>
              <a:ext uri="{FF2B5EF4-FFF2-40B4-BE49-F238E27FC236}">
                <a16:creationId xmlns:a16="http://schemas.microsoft.com/office/drawing/2014/main" id="{0752768B-3438-A930-7B5A-8AF9CE763864}"/>
              </a:ext>
            </a:extLst>
          </p:cNvPr>
          <p:cNvSpPr txBox="1"/>
          <p:nvPr/>
        </p:nvSpPr>
        <p:spPr>
          <a:xfrm>
            <a:off x="970733" y="2926080"/>
            <a:ext cx="3426007" cy="2215991"/>
          </a:xfrm>
          <a:prstGeom prst="rect">
            <a:avLst/>
          </a:prstGeom>
          <a:noFill/>
        </p:spPr>
        <p:txBody>
          <a:bodyPr wrap="square" rtlCol="0">
            <a:spAutoFit/>
          </a:bodyPr>
          <a:lstStyle/>
          <a:p>
            <a:pPr algn="ctr"/>
            <a:r>
              <a:rPr lang="fr-FR" sz="13800" dirty="0">
                <a:solidFill>
                  <a:schemeClr val="accent6">
                    <a:lumMod val="60000"/>
                    <a:lumOff val="40000"/>
                  </a:schemeClr>
                </a:solidFill>
                <a:effectLst>
                  <a:innerShdw blurRad="114300">
                    <a:prstClr val="black"/>
                  </a:innerShdw>
                </a:effectLst>
              </a:rPr>
              <a:t>18</a:t>
            </a:r>
          </a:p>
        </p:txBody>
      </p:sp>
    </p:spTree>
    <p:extLst>
      <p:ext uri="{BB962C8B-B14F-4D97-AF65-F5344CB8AC3E}">
        <p14:creationId xmlns:p14="http://schemas.microsoft.com/office/powerpoint/2010/main" val="6116062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1B5A8-FD71-0778-7ABA-C754BA0A7936}"/>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CFC59017-B0B3-C805-024B-FEC38792F4E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5155781" cy="912227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D48E2C50-301F-9C6C-2478-AFECBA5C74A5}"/>
              </a:ext>
            </a:extLst>
          </p:cNvPr>
          <p:cNvSpPr/>
          <p:nvPr/>
        </p:nvSpPr>
        <p:spPr>
          <a:xfrm>
            <a:off x="164373" y="396240"/>
            <a:ext cx="4814751" cy="8328660"/>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800" dirty="0">
                <a:effectLst/>
                <a:latin typeface="Times New Roman" panose="02020603050405020304" pitchFamily="18" charset="0"/>
                <a:ea typeface="Times New Roman" panose="02020603050405020304" pitchFamily="18" charset="0"/>
              </a:rPr>
              <a:t>Il est également important de considérer la pression appliquée pendant l’égouttage. En effet, l'ajout d'une pression légère sur le caillé permet de favoriser l'élimination du lactosérum. Cela permet non seulement de sécher le caillé plus rapidement, mais aussi de lui donner une consistance plus ferme et compacte. Toutefois, un excès de pression peut avoir l'effet inverse, en écrasant trop les grains de caillé, ce qui altère la texture du fromage.</a:t>
            </a:r>
          </a:p>
          <a:p>
            <a:r>
              <a:rPr lang="fr-FR" sz="1800" dirty="0">
                <a:effectLst/>
                <a:latin typeface="Times New Roman" panose="02020603050405020304" pitchFamily="18" charset="0"/>
                <a:ea typeface="Times New Roman" panose="02020603050405020304" pitchFamily="18" charset="0"/>
              </a:rPr>
              <a:t>L'égouttage se déroule dans des équipements spécialement conçus pour cela, où le caillé est souvent transféré dans des paniers ou des moules perforés qui permettent au lactosérum de s'échapper naturellement. Cette étape est cruciale pour obtenir un fromage avec la bonne proportion de matière grasse et de protéines, ce qui impacte directement son goût et sa texture.</a:t>
            </a:r>
          </a:p>
          <a:p>
            <a:r>
              <a:rPr lang="fr-FR" sz="1800" dirty="0">
                <a:effectLst/>
                <a:latin typeface="Times New Roman" panose="02020603050405020304" pitchFamily="18" charset="0"/>
                <a:ea typeface="Times New Roman" panose="02020603050405020304" pitchFamily="18" charset="0"/>
              </a:rPr>
              <a:t>Certains fromagers préfèrent également ajuster ces facteurs en fonction des conditions environnementales, comme l'humidité et la température de l'air ambiant, car ces éléments peuvent affecter le temps d'égouttage et la texture du fromage. Une humidité trop élevée peut ralentir l'égouttage, tandis qu'une faible humidité pourrait le rendre trop rapide.</a:t>
            </a:r>
          </a:p>
          <a:p>
            <a:r>
              <a:rPr lang="fr-FR" sz="1800" dirty="0">
                <a:effectLst/>
                <a:latin typeface="Times New Roman" panose="02020603050405020304" pitchFamily="18" charset="0"/>
                <a:ea typeface="Times New Roman" panose="02020603050405020304" pitchFamily="18" charset="0"/>
              </a:rPr>
              <a:t>Suite carte 19</a:t>
            </a:r>
          </a:p>
        </p:txBody>
      </p:sp>
    </p:spTree>
    <p:extLst>
      <p:ext uri="{BB962C8B-B14F-4D97-AF65-F5344CB8AC3E}">
        <p14:creationId xmlns:p14="http://schemas.microsoft.com/office/powerpoint/2010/main" val="15500358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2B4E64"/>
        </a:solidFill>
        <a:effectLst/>
      </p:bgPr>
    </p:bg>
    <p:spTree>
      <p:nvGrpSpPr>
        <p:cNvPr id="1" name="">
          <a:extLst>
            <a:ext uri="{FF2B5EF4-FFF2-40B4-BE49-F238E27FC236}">
              <a16:creationId xmlns:a16="http://schemas.microsoft.com/office/drawing/2014/main" id="{AE82D593-480A-CC6E-27F7-32AAD0A95EBE}"/>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28D31079-7612-66B6-C6A4-43F5DE4C3B43}"/>
              </a:ext>
            </a:extLst>
          </p:cNvPr>
          <p:cNvPicPr>
            <a:picLocks noChangeAspect="1"/>
          </p:cNvPicPr>
          <p:nvPr/>
        </p:nvPicPr>
        <p:blipFill>
          <a:blip r:embed="rId2"/>
          <a:srcRect t="754"/>
          <a:stretch/>
        </p:blipFill>
        <p:spPr>
          <a:xfrm>
            <a:off x="0" y="0"/>
            <a:ext cx="5242560" cy="9162613"/>
          </a:xfrm>
          <a:prstGeom prst="rect">
            <a:avLst/>
          </a:prstGeom>
        </p:spPr>
      </p:pic>
      <p:sp>
        <p:nvSpPr>
          <p:cNvPr id="5" name="ZoneTexte 4">
            <a:extLst>
              <a:ext uri="{FF2B5EF4-FFF2-40B4-BE49-F238E27FC236}">
                <a16:creationId xmlns:a16="http://schemas.microsoft.com/office/drawing/2014/main" id="{ED305BFF-6CF5-1D2C-A70F-E64AB2ABB4F8}"/>
              </a:ext>
            </a:extLst>
          </p:cNvPr>
          <p:cNvSpPr txBox="1"/>
          <p:nvPr/>
        </p:nvSpPr>
        <p:spPr>
          <a:xfrm>
            <a:off x="970733" y="2926080"/>
            <a:ext cx="3426007" cy="2215991"/>
          </a:xfrm>
          <a:prstGeom prst="rect">
            <a:avLst/>
          </a:prstGeom>
          <a:noFill/>
        </p:spPr>
        <p:txBody>
          <a:bodyPr wrap="square" rtlCol="0">
            <a:spAutoFit/>
          </a:bodyPr>
          <a:lstStyle/>
          <a:p>
            <a:pPr algn="ctr"/>
            <a:r>
              <a:rPr lang="fr-FR" sz="13800" dirty="0">
                <a:solidFill>
                  <a:schemeClr val="accent6">
                    <a:lumMod val="60000"/>
                    <a:lumOff val="40000"/>
                  </a:schemeClr>
                </a:solidFill>
                <a:effectLst>
                  <a:innerShdw blurRad="114300">
                    <a:prstClr val="black"/>
                  </a:innerShdw>
                </a:effectLst>
              </a:rPr>
              <a:t>19</a:t>
            </a:r>
          </a:p>
        </p:txBody>
      </p:sp>
    </p:spTree>
    <p:extLst>
      <p:ext uri="{BB962C8B-B14F-4D97-AF65-F5344CB8AC3E}">
        <p14:creationId xmlns:p14="http://schemas.microsoft.com/office/powerpoint/2010/main" val="25016757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CCF70-1252-1931-26CC-7A5C714BF98E}"/>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11B96130-DDED-60BC-C3D4-59F873086F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5155781" cy="912227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5EFEAC31-EB0E-6149-5185-8B23C3C41A36}"/>
              </a:ext>
            </a:extLst>
          </p:cNvPr>
          <p:cNvSpPr/>
          <p:nvPr/>
        </p:nvSpPr>
        <p:spPr>
          <a:xfrm>
            <a:off x="164373" y="396240"/>
            <a:ext cx="4814751" cy="8328660"/>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800" dirty="0">
                <a:effectLst/>
                <a:latin typeface="Times New Roman" panose="02020603050405020304" pitchFamily="18" charset="0"/>
                <a:ea typeface="Times New Roman" panose="02020603050405020304" pitchFamily="18" charset="0"/>
              </a:rPr>
              <a:t>En résumé, bien que l'égouttage semble simple en apparence, il nécessite une gestion minutieuse de trois éléments clés : le temps, la température et la pression. Ces facteurs déterminent la qualité finale du fromage et permettent de créer des fromages variés, allant des plus crémeux aux plus fermes. Pour réussir, il est essentiel de trouver l'équilibre parfait entre ces trois paramètres.</a:t>
            </a:r>
          </a:p>
          <a:p>
            <a:endParaRPr lang="fr-FR" sz="1800" dirty="0">
              <a:effectLst/>
              <a:latin typeface="Times New Roman" panose="02020603050405020304" pitchFamily="18" charset="0"/>
              <a:ea typeface="Times New Roman" panose="02020603050405020304" pitchFamily="18" charset="0"/>
            </a:endParaRPr>
          </a:p>
          <a:p>
            <a:r>
              <a:rPr lang="fr-FR" dirty="0">
                <a:latin typeface="Times New Roman" panose="02020603050405020304" pitchFamily="18" charset="0"/>
                <a:ea typeface="Times New Roman" panose="02020603050405020304" pitchFamily="18" charset="0"/>
              </a:rPr>
              <a:t>Allez carte 20 pour répondre à la question</a:t>
            </a:r>
            <a:endParaRPr lang="fr-FR" sz="1800" dirty="0">
              <a:effectLst/>
              <a:latin typeface="Times New Roman" panose="02020603050405020304" pitchFamily="18" charset="0"/>
              <a:ea typeface="Times New Roman" panose="02020603050405020304" pitchFamily="18" charset="0"/>
            </a:endParaRPr>
          </a:p>
          <a:p>
            <a:endParaRPr lang="fr-FR"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8471842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2B4E64"/>
        </a:solidFill>
        <a:effectLst/>
      </p:bgPr>
    </p:bg>
    <p:spTree>
      <p:nvGrpSpPr>
        <p:cNvPr id="1" name="">
          <a:extLst>
            <a:ext uri="{FF2B5EF4-FFF2-40B4-BE49-F238E27FC236}">
              <a16:creationId xmlns:a16="http://schemas.microsoft.com/office/drawing/2014/main" id="{513990C5-44DC-78EB-2324-079B91D1BCA5}"/>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6E668596-2A7A-0698-FFD3-27B2455B2CDD}"/>
              </a:ext>
            </a:extLst>
          </p:cNvPr>
          <p:cNvPicPr>
            <a:picLocks noChangeAspect="1"/>
          </p:cNvPicPr>
          <p:nvPr/>
        </p:nvPicPr>
        <p:blipFill>
          <a:blip r:embed="rId2"/>
          <a:srcRect t="754"/>
          <a:stretch/>
        </p:blipFill>
        <p:spPr>
          <a:xfrm>
            <a:off x="0" y="0"/>
            <a:ext cx="5242560" cy="9162613"/>
          </a:xfrm>
          <a:prstGeom prst="rect">
            <a:avLst/>
          </a:prstGeom>
        </p:spPr>
      </p:pic>
      <p:sp>
        <p:nvSpPr>
          <p:cNvPr id="5" name="ZoneTexte 4">
            <a:extLst>
              <a:ext uri="{FF2B5EF4-FFF2-40B4-BE49-F238E27FC236}">
                <a16:creationId xmlns:a16="http://schemas.microsoft.com/office/drawing/2014/main" id="{5AA3F0C8-262A-F3D9-3776-884E56D48CF8}"/>
              </a:ext>
            </a:extLst>
          </p:cNvPr>
          <p:cNvSpPr txBox="1"/>
          <p:nvPr/>
        </p:nvSpPr>
        <p:spPr>
          <a:xfrm>
            <a:off x="970733" y="2926080"/>
            <a:ext cx="3426007" cy="2215991"/>
          </a:xfrm>
          <a:prstGeom prst="rect">
            <a:avLst/>
          </a:prstGeom>
          <a:noFill/>
        </p:spPr>
        <p:txBody>
          <a:bodyPr wrap="square" rtlCol="0">
            <a:spAutoFit/>
          </a:bodyPr>
          <a:lstStyle/>
          <a:p>
            <a:pPr algn="ctr"/>
            <a:r>
              <a:rPr lang="fr-FR" sz="13800" dirty="0">
                <a:solidFill>
                  <a:schemeClr val="accent6">
                    <a:lumMod val="60000"/>
                    <a:lumOff val="40000"/>
                  </a:schemeClr>
                </a:solidFill>
                <a:effectLst>
                  <a:innerShdw blurRad="114300">
                    <a:prstClr val="black"/>
                  </a:innerShdw>
                </a:effectLst>
              </a:rPr>
              <a:t>20</a:t>
            </a:r>
          </a:p>
        </p:txBody>
      </p:sp>
    </p:spTree>
    <p:extLst>
      <p:ext uri="{BB962C8B-B14F-4D97-AF65-F5344CB8AC3E}">
        <p14:creationId xmlns:p14="http://schemas.microsoft.com/office/powerpoint/2010/main" val="42467498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E8F06-E00A-63FF-1122-6C1B423D67D8}"/>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479F0D37-BCEB-BAA7-83BA-AAAA8A68BF2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5155781" cy="912227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74F9A668-3F93-BC7C-E8B7-21BF846310EA}"/>
              </a:ext>
            </a:extLst>
          </p:cNvPr>
          <p:cNvSpPr/>
          <p:nvPr/>
        </p:nvSpPr>
        <p:spPr>
          <a:xfrm>
            <a:off x="164374" y="3101340"/>
            <a:ext cx="4814751" cy="2644140"/>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dirty="0">
              <a:effectLst/>
              <a:latin typeface="Times New Roman" panose="02020603050405020304" pitchFamily="18" charset="0"/>
              <a:ea typeface="Times New Roman" panose="02020603050405020304" pitchFamily="18" charset="0"/>
            </a:endParaRPr>
          </a:p>
          <a:p>
            <a:pPr marL="285750" indent="-285750">
              <a:buFont typeface="Arial" panose="020B0604020202020204" pitchFamily="34" charset="0"/>
              <a:buChar char="•"/>
            </a:pPr>
            <a:r>
              <a:rPr lang="fr-FR" dirty="0">
                <a:latin typeface="Times New Roman" panose="02020603050405020304" pitchFamily="18" charset="0"/>
                <a:ea typeface="Times New Roman" panose="02020603050405020304" pitchFamily="18" charset="0"/>
              </a:rPr>
              <a:t>Température = 7</a:t>
            </a:r>
          </a:p>
          <a:p>
            <a:pPr marL="285750" indent="-285750">
              <a:buFont typeface="Arial" panose="020B0604020202020204" pitchFamily="34" charset="0"/>
              <a:buChar char="•"/>
            </a:pPr>
            <a:r>
              <a:rPr lang="fr-FR" dirty="0">
                <a:latin typeface="Times New Roman" panose="02020603050405020304" pitchFamily="18" charset="0"/>
                <a:ea typeface="Times New Roman" panose="02020603050405020304" pitchFamily="18" charset="0"/>
              </a:rPr>
              <a:t>Égouttage = 8</a:t>
            </a:r>
          </a:p>
          <a:p>
            <a:pPr marL="285750" indent="-285750">
              <a:buFont typeface="Arial" panose="020B0604020202020204" pitchFamily="34" charset="0"/>
              <a:buChar char="•"/>
            </a:pPr>
            <a:r>
              <a:rPr lang="fr-FR" dirty="0">
                <a:latin typeface="Times New Roman" panose="02020603050405020304" pitchFamily="18" charset="0"/>
                <a:ea typeface="Times New Roman" panose="02020603050405020304" pitchFamily="18" charset="0"/>
              </a:rPr>
              <a:t>Lactosérum = 69</a:t>
            </a:r>
          </a:p>
          <a:p>
            <a:pPr marL="285750" indent="-285750">
              <a:buFont typeface="Arial" panose="020B0604020202020204" pitchFamily="34" charset="0"/>
              <a:buChar char="•"/>
            </a:pPr>
            <a:r>
              <a:rPr lang="fr-FR" dirty="0">
                <a:latin typeface="Times New Roman" panose="02020603050405020304" pitchFamily="18" charset="0"/>
                <a:ea typeface="Times New Roman" panose="02020603050405020304" pitchFamily="18" charset="0"/>
              </a:rPr>
              <a:t>Temps = 26</a:t>
            </a:r>
          </a:p>
          <a:p>
            <a:pPr marL="285750" indent="-285750">
              <a:buFont typeface="Arial" panose="020B0604020202020204" pitchFamily="34" charset="0"/>
              <a:buChar char="•"/>
            </a:pPr>
            <a:r>
              <a:rPr lang="fr-FR" dirty="0">
                <a:latin typeface="Times New Roman" panose="02020603050405020304" pitchFamily="18" charset="0"/>
                <a:ea typeface="Times New Roman" panose="02020603050405020304" pitchFamily="18" charset="0"/>
              </a:rPr>
              <a:t>Ferme = 41</a:t>
            </a:r>
          </a:p>
          <a:p>
            <a:pPr marL="285750" indent="-285750">
              <a:buFont typeface="Arial" panose="020B0604020202020204" pitchFamily="34" charset="0"/>
              <a:buChar char="•"/>
            </a:pPr>
            <a:r>
              <a:rPr lang="fr-FR" dirty="0">
                <a:latin typeface="Times New Roman" panose="02020603050405020304" pitchFamily="18" charset="0"/>
                <a:ea typeface="Times New Roman" panose="02020603050405020304" pitchFamily="18" charset="0"/>
              </a:rPr>
              <a:t>Pression = 11</a:t>
            </a:r>
          </a:p>
          <a:p>
            <a:pPr marL="285750" indent="-285750">
              <a:buFont typeface="Arial" panose="020B0604020202020204" pitchFamily="34" charset="0"/>
              <a:buChar char="•"/>
            </a:pPr>
            <a:r>
              <a:rPr lang="fr-FR" dirty="0">
                <a:latin typeface="Times New Roman" panose="02020603050405020304" pitchFamily="18" charset="0"/>
                <a:ea typeface="Times New Roman" panose="02020603050405020304" pitchFamily="18" charset="0"/>
              </a:rPr>
              <a:t>Fromage = 99</a:t>
            </a:r>
          </a:p>
          <a:p>
            <a:pPr marL="285750" indent="-285750">
              <a:buFont typeface="Arial" panose="020B0604020202020204" pitchFamily="34" charset="0"/>
              <a:buChar char="•"/>
            </a:pPr>
            <a:endParaRPr lang="fr-FR" dirty="0">
              <a:latin typeface="Times New Roman" panose="02020603050405020304" pitchFamily="18" charset="0"/>
              <a:ea typeface="Times New Roman" panose="02020603050405020304" pitchFamily="18" charset="0"/>
            </a:endParaRPr>
          </a:p>
          <a:p>
            <a:endParaRPr lang="fr-FR"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9879074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33060-12D6-0B0F-CE93-3BFDD120A6C3}"/>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FACFAB25-AB3A-4A0D-F02E-AF397F35AB0F}"/>
              </a:ext>
            </a:extLst>
          </p:cNvPr>
          <p:cNvPicPr>
            <a:picLocks noChangeAspect="1"/>
          </p:cNvPicPr>
          <p:nvPr/>
        </p:nvPicPr>
        <p:blipFill>
          <a:blip r:embed="rId2"/>
          <a:srcRect t="754"/>
          <a:stretch/>
        </p:blipFill>
        <p:spPr>
          <a:xfrm>
            <a:off x="0" y="0"/>
            <a:ext cx="5242560" cy="9162613"/>
          </a:xfrm>
          <a:prstGeom prst="rect">
            <a:avLst/>
          </a:prstGeom>
        </p:spPr>
      </p:pic>
      <p:sp>
        <p:nvSpPr>
          <p:cNvPr id="5" name="ZoneTexte 4">
            <a:extLst>
              <a:ext uri="{FF2B5EF4-FFF2-40B4-BE49-F238E27FC236}">
                <a16:creationId xmlns:a16="http://schemas.microsoft.com/office/drawing/2014/main" id="{DA8F54F7-CD8A-D66A-7A4A-548F54FDBF9E}"/>
              </a:ext>
            </a:extLst>
          </p:cNvPr>
          <p:cNvSpPr txBox="1"/>
          <p:nvPr/>
        </p:nvSpPr>
        <p:spPr>
          <a:xfrm>
            <a:off x="970733" y="2926080"/>
            <a:ext cx="3426007" cy="2215991"/>
          </a:xfrm>
          <a:prstGeom prst="rect">
            <a:avLst/>
          </a:prstGeom>
          <a:noFill/>
        </p:spPr>
        <p:txBody>
          <a:bodyPr wrap="square" rtlCol="0">
            <a:spAutoFit/>
          </a:bodyPr>
          <a:lstStyle/>
          <a:p>
            <a:pPr algn="ctr"/>
            <a:r>
              <a:rPr lang="fr-FR" sz="13800" dirty="0">
                <a:solidFill>
                  <a:schemeClr val="accent6">
                    <a:lumMod val="60000"/>
                    <a:lumOff val="40000"/>
                  </a:schemeClr>
                </a:solidFill>
                <a:effectLst>
                  <a:innerShdw blurRad="114300">
                    <a:prstClr val="black"/>
                  </a:innerShdw>
                </a:effectLst>
              </a:rPr>
              <a:t>44</a:t>
            </a:r>
          </a:p>
        </p:txBody>
      </p:sp>
    </p:spTree>
    <p:extLst>
      <p:ext uri="{BB962C8B-B14F-4D97-AF65-F5344CB8AC3E}">
        <p14:creationId xmlns:p14="http://schemas.microsoft.com/office/powerpoint/2010/main" val="4509940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a:gsLst>
            <a:gs pos="100000">
              <a:srgbClr val="031A3C"/>
            </a:gs>
            <a:gs pos="100000">
              <a:srgbClr val="C6DAD1"/>
            </a:gs>
          </a:gsLst>
          <a:lin ang="5400000" scaled="1"/>
        </a:gradFill>
        <a:effectLst/>
      </p:bgPr>
    </p:bg>
    <p:spTree>
      <p:nvGrpSpPr>
        <p:cNvPr id="1" name="">
          <a:extLst>
            <a:ext uri="{FF2B5EF4-FFF2-40B4-BE49-F238E27FC236}">
              <a16:creationId xmlns:a16="http://schemas.microsoft.com/office/drawing/2014/main" id="{F33E5D8E-4BCC-C7D7-B85D-BFC7755F2EAF}"/>
            </a:ext>
          </a:extLst>
        </p:cNvPr>
        <p:cNvGrpSpPr/>
        <p:nvPr/>
      </p:nvGrpSpPr>
      <p:grpSpPr>
        <a:xfrm>
          <a:off x="0" y="0"/>
          <a:ext cx="0" cy="0"/>
          <a:chOff x="0" y="0"/>
          <a:chExt cx="0" cy="0"/>
        </a:xfrm>
      </p:grpSpPr>
      <p:pic>
        <p:nvPicPr>
          <p:cNvPr id="2" name="Image 1" descr="Léo le Laitier : Un laitier joyeux qui connaît tous les secrets de la planète Égouttecaillé. Dans un style fantastique">
            <a:extLst>
              <a:ext uri="{FF2B5EF4-FFF2-40B4-BE49-F238E27FC236}">
                <a16:creationId xmlns:a16="http://schemas.microsoft.com/office/drawing/2014/main" id="{5A1CE140-2288-3CA3-572D-036B8EE21689}"/>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4000500"/>
            <a:ext cx="5143500" cy="5143500"/>
          </a:xfrm>
          <a:prstGeom prst="rect">
            <a:avLst/>
          </a:prstGeom>
          <a:noFill/>
          <a:ln>
            <a:noFill/>
          </a:ln>
        </p:spPr>
      </p:pic>
      <p:sp>
        <p:nvSpPr>
          <p:cNvPr id="6" name="Bulle narrative : rectangle à coins arrondis 5">
            <a:extLst>
              <a:ext uri="{FF2B5EF4-FFF2-40B4-BE49-F238E27FC236}">
                <a16:creationId xmlns:a16="http://schemas.microsoft.com/office/drawing/2014/main" id="{10818290-AD71-F357-5106-EE5CD3A62461}"/>
              </a:ext>
            </a:extLst>
          </p:cNvPr>
          <p:cNvSpPr/>
          <p:nvPr/>
        </p:nvSpPr>
        <p:spPr>
          <a:xfrm>
            <a:off x="110490" y="91440"/>
            <a:ext cx="4922520" cy="3749040"/>
          </a:xfrm>
          <a:prstGeom prst="wedgeRoundRectCallout">
            <a:avLst>
              <a:gd name="adj1" fmla="val 1307"/>
              <a:gd name="adj2" fmla="val 84608"/>
              <a:gd name="adj3" fmla="val 16667"/>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600" dirty="0"/>
              <a:t>Super, vous avez réussi à trouver les bonnes réponses ! Grâce à vous, nous pouvons maintenant accéder au passage secret sous la cascade. Je savais que vous y arriveriez ! Vous êtes vraiment des aventuriers hors pair. Vous avez démontré une grande maîtrise de l'art de l'égouttage !</a:t>
            </a:r>
          </a:p>
          <a:p>
            <a:r>
              <a:rPr lang="fr-FR" sz="1600" dirty="0"/>
              <a:t>Mais... quel est ce bruit ?</a:t>
            </a:r>
          </a:p>
          <a:p>
            <a:r>
              <a:rPr lang="fr-FR" sz="1600" dirty="0"/>
              <a:t>Allez à la carte 28. C’est là que vous trouverez la suite de cette aventure enchanteresse. Je suis sûr que la musique vous mènera vers un nouvel indice, quelque chose de magique, comme l'âme même de notre planète </a:t>
            </a:r>
            <a:r>
              <a:rPr lang="fr-FR" sz="1600" dirty="0" err="1"/>
              <a:t>Égoutecaillé</a:t>
            </a:r>
            <a:r>
              <a:rPr lang="fr-FR" sz="1600" dirty="0"/>
              <a:t>.</a:t>
            </a:r>
          </a:p>
        </p:txBody>
      </p:sp>
      <p:sp>
        <p:nvSpPr>
          <p:cNvPr id="3" name="ZoneTexte 2">
            <a:extLst>
              <a:ext uri="{FF2B5EF4-FFF2-40B4-BE49-F238E27FC236}">
                <a16:creationId xmlns:a16="http://schemas.microsoft.com/office/drawing/2014/main" id="{AF8F332F-8338-F657-FAF7-508AC269A830}"/>
              </a:ext>
            </a:extLst>
          </p:cNvPr>
          <p:cNvSpPr txBox="1"/>
          <p:nvPr/>
        </p:nvSpPr>
        <p:spPr>
          <a:xfrm>
            <a:off x="1813560" y="6865620"/>
            <a:ext cx="609600" cy="369332"/>
          </a:xfrm>
          <a:prstGeom prst="rect">
            <a:avLst/>
          </a:prstGeom>
          <a:noFill/>
        </p:spPr>
        <p:txBody>
          <a:bodyPr wrap="square" rtlCol="0">
            <a:spAutoFit/>
          </a:bodyPr>
          <a:lstStyle/>
          <a:p>
            <a:r>
              <a:rPr lang="fr-FR" b="1" dirty="0"/>
              <a:t>24</a:t>
            </a:r>
          </a:p>
        </p:txBody>
      </p:sp>
    </p:spTree>
    <p:extLst>
      <p:ext uri="{BB962C8B-B14F-4D97-AF65-F5344CB8AC3E}">
        <p14:creationId xmlns:p14="http://schemas.microsoft.com/office/powerpoint/2010/main" val="7639979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224C7-DEED-7F24-584E-CABBF547A155}"/>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217D5C8E-DA55-9FE6-F7B6-2A6718EFCA9D}"/>
              </a:ext>
            </a:extLst>
          </p:cNvPr>
          <p:cNvPicPr>
            <a:picLocks noChangeAspect="1"/>
          </p:cNvPicPr>
          <p:nvPr/>
        </p:nvPicPr>
        <p:blipFill>
          <a:blip r:embed="rId2"/>
          <a:srcRect t="754"/>
          <a:stretch/>
        </p:blipFill>
        <p:spPr>
          <a:xfrm>
            <a:off x="0" y="0"/>
            <a:ext cx="5242560" cy="9162613"/>
          </a:xfrm>
          <a:prstGeom prst="rect">
            <a:avLst/>
          </a:prstGeom>
        </p:spPr>
      </p:pic>
      <p:sp>
        <p:nvSpPr>
          <p:cNvPr id="5" name="ZoneTexte 4">
            <a:extLst>
              <a:ext uri="{FF2B5EF4-FFF2-40B4-BE49-F238E27FC236}">
                <a16:creationId xmlns:a16="http://schemas.microsoft.com/office/drawing/2014/main" id="{5C04FAF5-F4F1-C43D-1C97-C04A1DA9DD16}"/>
              </a:ext>
            </a:extLst>
          </p:cNvPr>
          <p:cNvSpPr txBox="1"/>
          <p:nvPr/>
        </p:nvSpPr>
        <p:spPr>
          <a:xfrm>
            <a:off x="970733" y="2926080"/>
            <a:ext cx="3426007" cy="2215991"/>
          </a:xfrm>
          <a:prstGeom prst="rect">
            <a:avLst/>
          </a:prstGeom>
          <a:noFill/>
        </p:spPr>
        <p:txBody>
          <a:bodyPr wrap="square" rtlCol="0">
            <a:spAutoFit/>
          </a:bodyPr>
          <a:lstStyle/>
          <a:p>
            <a:pPr algn="ctr"/>
            <a:r>
              <a:rPr lang="fr-FR" sz="13800" dirty="0">
                <a:solidFill>
                  <a:schemeClr val="accent6">
                    <a:lumMod val="60000"/>
                    <a:lumOff val="40000"/>
                  </a:schemeClr>
                </a:solidFill>
                <a:effectLst>
                  <a:innerShdw blurRad="114300">
                    <a:prstClr val="black"/>
                  </a:innerShdw>
                </a:effectLst>
              </a:rPr>
              <a:t>28</a:t>
            </a:r>
          </a:p>
        </p:txBody>
      </p:sp>
    </p:spTree>
    <p:extLst>
      <p:ext uri="{BB962C8B-B14F-4D97-AF65-F5344CB8AC3E}">
        <p14:creationId xmlns:p14="http://schemas.microsoft.com/office/powerpoint/2010/main" val="16640572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6A49C-976A-1F36-7E64-4AE3288E4FB5}"/>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7CD9F331-0416-3D7C-2298-382A3869C21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5155781" cy="912227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4" name="Image 3">
            <a:extLst>
              <a:ext uri="{FF2B5EF4-FFF2-40B4-BE49-F238E27FC236}">
                <a16:creationId xmlns:a16="http://schemas.microsoft.com/office/drawing/2014/main" id="{C0E1E398-1DCE-0B7D-608F-1D8852095A73}"/>
              </a:ext>
            </a:extLst>
          </p:cNvPr>
          <p:cNvPicPr>
            <a:picLocks noChangeAspect="1"/>
          </p:cNvPicPr>
          <p:nvPr/>
        </p:nvPicPr>
        <p:blipFill>
          <a:blip r:embed="rId3"/>
          <a:stretch>
            <a:fillRect/>
          </a:stretch>
        </p:blipFill>
        <p:spPr>
          <a:xfrm>
            <a:off x="636262" y="4037633"/>
            <a:ext cx="3870975" cy="3806459"/>
          </a:xfrm>
          <a:prstGeom prst="rect">
            <a:avLst/>
          </a:prstGeom>
        </p:spPr>
      </p:pic>
      <p:sp>
        <p:nvSpPr>
          <p:cNvPr id="5" name="Rectangle 4">
            <a:extLst>
              <a:ext uri="{FF2B5EF4-FFF2-40B4-BE49-F238E27FC236}">
                <a16:creationId xmlns:a16="http://schemas.microsoft.com/office/drawing/2014/main" id="{16D0DC46-9BB1-BB2C-130C-6CA4CC90A318}"/>
              </a:ext>
            </a:extLst>
          </p:cNvPr>
          <p:cNvSpPr/>
          <p:nvPr/>
        </p:nvSpPr>
        <p:spPr>
          <a:xfrm>
            <a:off x="164373" y="1135380"/>
            <a:ext cx="4814751" cy="2644140"/>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dirty="0">
              <a:effectLst/>
              <a:latin typeface="Times New Roman" panose="02020603050405020304" pitchFamily="18" charset="0"/>
              <a:ea typeface="Times New Roman" panose="02020603050405020304" pitchFamily="18" charset="0"/>
            </a:endParaRPr>
          </a:p>
          <a:p>
            <a:r>
              <a:rPr lang="fr-FR" sz="1800" dirty="0">
                <a:effectLst/>
                <a:latin typeface="Calibri" panose="020F0502020204030204" pitchFamily="34" charset="0"/>
                <a:ea typeface="Calibri" panose="020F0502020204030204" pitchFamily="34" charset="0"/>
                <a:cs typeface="Times New Roman" panose="02020603050405020304" pitchFamily="18" charset="0"/>
              </a:rPr>
              <a:t>Les Mousselines de Lait sont des créatures merveilleuses qui chantent pour guider nos pas. Écoutez attentivement leur mélodie :</a:t>
            </a:r>
            <a:endParaRPr lang="fr-FR" dirty="0">
              <a:latin typeface="Times New Roman" panose="02020603050405020304" pitchFamily="18" charset="0"/>
              <a:ea typeface="Times New Roman" panose="02020603050405020304" pitchFamily="18" charset="0"/>
            </a:endParaRPr>
          </a:p>
          <a:p>
            <a:r>
              <a:rPr lang="fr-FR" dirty="0">
                <a:latin typeface="Times New Roman" panose="02020603050405020304" pitchFamily="18" charset="0"/>
                <a:ea typeface="Times New Roman" panose="02020603050405020304" pitchFamily="18" charset="0"/>
              </a:rPr>
              <a:t>Trouve les indices pour trouver la prochaine direction où aller.</a:t>
            </a:r>
          </a:p>
          <a:p>
            <a:endParaRPr lang="fr-FR" dirty="0">
              <a:latin typeface="Times New Roman" panose="02020603050405020304" pitchFamily="18" charset="0"/>
              <a:ea typeface="Times New Roman" panose="02020603050405020304" pitchFamily="18" charset="0"/>
            </a:endParaRPr>
          </a:p>
          <a:p>
            <a:r>
              <a:rPr lang="fr-FR" dirty="0">
                <a:latin typeface="Times New Roman" panose="02020603050405020304" pitchFamily="18" charset="0"/>
                <a:ea typeface="Times New Roman" panose="02020603050405020304" pitchFamily="18" charset="0"/>
              </a:rPr>
              <a:t>Récupère la carte 33 pour avancer </a:t>
            </a:r>
          </a:p>
          <a:p>
            <a:pPr marL="285750" indent="-285750">
              <a:buFont typeface="Arial" panose="020B0604020202020204" pitchFamily="34" charset="0"/>
              <a:buChar char="•"/>
            </a:pPr>
            <a:endParaRPr lang="fr-FR" dirty="0">
              <a:latin typeface="Times New Roman" panose="02020603050405020304" pitchFamily="18" charset="0"/>
              <a:ea typeface="Times New Roman" panose="02020603050405020304" pitchFamily="18" charset="0"/>
            </a:endParaRPr>
          </a:p>
          <a:p>
            <a:endParaRPr lang="fr-FR"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3008471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479A7-7961-E1EF-2D6A-620A85610418}"/>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3ABF6471-0ED8-BE94-3424-F80214B53E09}"/>
              </a:ext>
            </a:extLst>
          </p:cNvPr>
          <p:cNvPicPr>
            <a:picLocks noChangeAspect="1"/>
          </p:cNvPicPr>
          <p:nvPr/>
        </p:nvPicPr>
        <p:blipFill>
          <a:blip r:embed="rId2"/>
          <a:srcRect t="754"/>
          <a:stretch/>
        </p:blipFill>
        <p:spPr>
          <a:xfrm>
            <a:off x="0" y="0"/>
            <a:ext cx="5242560" cy="9162613"/>
          </a:xfrm>
          <a:prstGeom prst="rect">
            <a:avLst/>
          </a:prstGeom>
        </p:spPr>
      </p:pic>
      <p:sp>
        <p:nvSpPr>
          <p:cNvPr id="5" name="ZoneTexte 4">
            <a:extLst>
              <a:ext uri="{FF2B5EF4-FFF2-40B4-BE49-F238E27FC236}">
                <a16:creationId xmlns:a16="http://schemas.microsoft.com/office/drawing/2014/main" id="{9E403625-E9C9-CF15-55A3-39E39C2ED3FB}"/>
              </a:ext>
            </a:extLst>
          </p:cNvPr>
          <p:cNvSpPr txBox="1"/>
          <p:nvPr/>
        </p:nvSpPr>
        <p:spPr>
          <a:xfrm>
            <a:off x="970733" y="2926080"/>
            <a:ext cx="3426007" cy="2215991"/>
          </a:xfrm>
          <a:prstGeom prst="rect">
            <a:avLst/>
          </a:prstGeom>
          <a:noFill/>
        </p:spPr>
        <p:txBody>
          <a:bodyPr wrap="square" rtlCol="0">
            <a:spAutoFit/>
          </a:bodyPr>
          <a:lstStyle/>
          <a:p>
            <a:pPr algn="ctr"/>
            <a:r>
              <a:rPr lang="fr-FR" sz="13800" dirty="0">
                <a:solidFill>
                  <a:schemeClr val="accent6">
                    <a:lumMod val="60000"/>
                    <a:lumOff val="40000"/>
                  </a:schemeClr>
                </a:solidFill>
                <a:effectLst>
                  <a:innerShdw blurRad="114300">
                    <a:prstClr val="black"/>
                  </a:innerShdw>
                </a:effectLst>
              </a:rPr>
              <a:t>33</a:t>
            </a:r>
          </a:p>
        </p:txBody>
      </p:sp>
    </p:spTree>
    <p:extLst>
      <p:ext uri="{BB962C8B-B14F-4D97-AF65-F5344CB8AC3E}">
        <p14:creationId xmlns:p14="http://schemas.microsoft.com/office/powerpoint/2010/main" val="2534813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1018D-FB3D-135F-6534-3C0F9C75C4E2}"/>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E1D89FAE-FF2C-19E7-8DD0-A8FE1D9B076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0865"/>
            <a:ext cx="5155781" cy="912227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id="{1ADE7169-0255-A208-44DA-FD98F3380E88}"/>
              </a:ext>
            </a:extLst>
          </p:cNvPr>
          <p:cNvSpPr/>
          <p:nvPr/>
        </p:nvSpPr>
        <p:spPr>
          <a:xfrm>
            <a:off x="164373" y="1135380"/>
            <a:ext cx="4814751" cy="4030980"/>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dirty="0">
              <a:effectLst/>
              <a:latin typeface="Times New Roman" panose="02020603050405020304" pitchFamily="18" charset="0"/>
              <a:ea typeface="Times New Roman" panose="02020603050405020304" pitchFamily="18" charset="0"/>
            </a:endParaRPr>
          </a:p>
          <a:p>
            <a:r>
              <a:rPr lang="fr-FR" sz="1800" dirty="0">
                <a:effectLst/>
                <a:latin typeface="Calibri" panose="020F0502020204030204" pitchFamily="34" charset="0"/>
                <a:ea typeface="Calibri" panose="020F0502020204030204" pitchFamily="34" charset="0"/>
                <a:cs typeface="Times New Roman" panose="02020603050405020304" pitchFamily="18" charset="0"/>
              </a:rPr>
              <a:t>Dans ces chants, nous pouvons écouter deux qualités récurrentes, lesquels ?</a:t>
            </a:r>
          </a:p>
          <a:p>
            <a:pPr marL="285750" indent="-285750">
              <a:buFont typeface="Arial" panose="020B0604020202020204" pitchFamily="34" charset="0"/>
              <a:buChar char="•"/>
            </a:pPr>
            <a:r>
              <a:rPr lang="fr-FR" dirty="0">
                <a:latin typeface="Calibri" panose="020F0502020204030204" pitchFamily="34" charset="0"/>
                <a:ea typeface="Calibri" panose="020F0502020204030204" pitchFamily="34" charset="0"/>
                <a:cs typeface="Times New Roman" panose="02020603050405020304" pitchFamily="18" charset="0"/>
              </a:rPr>
              <a:t>Patiente  = 32</a:t>
            </a:r>
          </a:p>
          <a:p>
            <a:pPr marL="285750" indent="-285750">
              <a:buFont typeface="Arial" panose="020B0604020202020204" pitchFamily="34" charset="0"/>
              <a:buChar char="•"/>
            </a:pPr>
            <a:r>
              <a:rPr lang="fr-FR" sz="1800" dirty="0">
                <a:effectLst/>
                <a:latin typeface="Calibri" panose="020F0502020204030204" pitchFamily="34" charset="0"/>
                <a:ea typeface="Calibri" panose="020F0502020204030204" pitchFamily="34" charset="0"/>
                <a:cs typeface="Times New Roman" panose="02020603050405020304" pitchFamily="18" charset="0"/>
              </a:rPr>
              <a:t>Lentement = 33</a:t>
            </a:r>
            <a:endParaRPr lang="fr-FR" dirty="0">
              <a:latin typeface="Calibri" panose="020F0502020204030204" pitchFamily="34"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fr-FR" sz="1800" dirty="0">
                <a:effectLst/>
                <a:latin typeface="Calibri" panose="020F0502020204030204" pitchFamily="34" charset="0"/>
                <a:ea typeface="Calibri" panose="020F0502020204030204" pitchFamily="34" charset="0"/>
                <a:cs typeface="Times New Roman" panose="02020603050405020304" pitchFamily="18" charset="0"/>
              </a:rPr>
              <a:t>Mélodie = 34</a:t>
            </a:r>
          </a:p>
          <a:p>
            <a:pPr marL="285750" indent="-285750">
              <a:buFont typeface="Arial" panose="020B0604020202020204" pitchFamily="34" charset="0"/>
              <a:buChar char="•"/>
            </a:pPr>
            <a:r>
              <a:rPr lang="fr-FR" dirty="0">
                <a:latin typeface="Calibri" panose="020F0502020204030204" pitchFamily="34" charset="0"/>
                <a:ea typeface="Calibri" panose="020F0502020204030204" pitchFamily="34" charset="0"/>
                <a:cs typeface="Times New Roman" panose="02020603050405020304" pitchFamily="18" charset="0"/>
              </a:rPr>
              <a:t>Caillé = 35</a:t>
            </a:r>
          </a:p>
          <a:p>
            <a:pPr marL="285750" indent="-285750">
              <a:buFont typeface="Arial" panose="020B0604020202020204" pitchFamily="34" charset="0"/>
              <a:buChar char="•"/>
            </a:pPr>
            <a:r>
              <a:rPr lang="fr-FR" dirty="0">
                <a:latin typeface="Calibri" panose="020F0502020204030204" pitchFamily="34" charset="0"/>
                <a:ea typeface="Calibri" panose="020F0502020204030204" pitchFamily="34" charset="0"/>
                <a:cs typeface="Times New Roman" panose="02020603050405020304" pitchFamily="18" charset="0"/>
              </a:rPr>
              <a:t>Fromage = 36</a:t>
            </a:r>
          </a:p>
          <a:p>
            <a:pPr marL="285750" indent="-285750">
              <a:buFont typeface="Arial" panose="020B0604020202020204" pitchFamily="34" charset="0"/>
              <a:buChar char="•"/>
            </a:pPr>
            <a:r>
              <a:rPr lang="fr-FR" dirty="0">
                <a:latin typeface="Calibri" panose="020F0502020204030204" pitchFamily="34" charset="0"/>
                <a:ea typeface="Calibri" panose="020F0502020204030204" pitchFamily="34" charset="0"/>
                <a:cs typeface="Times New Roman" panose="02020603050405020304" pitchFamily="18" charset="0"/>
              </a:rPr>
              <a:t>Doucement = 37</a:t>
            </a:r>
          </a:p>
          <a:p>
            <a:pPr marL="285750" indent="-285750">
              <a:buFont typeface="Arial" panose="020B0604020202020204" pitchFamily="34" charset="0"/>
              <a:buChar char="•"/>
            </a:pPr>
            <a:endParaRPr lang="fr-FR" dirty="0">
              <a:latin typeface="Calibri" panose="020F0502020204030204" pitchFamily="34" charset="0"/>
              <a:ea typeface="Calibri" panose="020F0502020204030204" pitchFamily="34" charset="0"/>
              <a:cs typeface="Times New Roman" panose="02020603050405020304" pitchFamily="18" charset="0"/>
            </a:endParaRPr>
          </a:p>
          <a:p>
            <a:r>
              <a:rPr lang="fr-FR" dirty="0">
                <a:latin typeface="Calibri" panose="020F0502020204030204" pitchFamily="34" charset="0"/>
                <a:ea typeface="Calibri" panose="020F0502020204030204" pitchFamily="34" charset="0"/>
                <a:cs typeface="Times New Roman" panose="02020603050405020304" pitchFamily="18" charset="0"/>
              </a:rPr>
              <a:t>Additionne les 2 thèmes pour continuer </a:t>
            </a:r>
          </a:p>
          <a:p>
            <a:pPr marL="285750" indent="-285750">
              <a:buFont typeface="Arial" panose="020B0604020202020204" pitchFamily="34" charset="0"/>
              <a:buChar char="•"/>
            </a:pPr>
            <a:endParaRPr lang="fr-FR"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783373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B7625-8A9A-EA18-8223-917E797AA419}"/>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B50DC226-C597-934E-75E0-5673CAD058F5}"/>
              </a:ext>
            </a:extLst>
          </p:cNvPr>
          <p:cNvPicPr>
            <a:picLocks noChangeAspect="1"/>
          </p:cNvPicPr>
          <p:nvPr/>
        </p:nvPicPr>
        <p:blipFill>
          <a:blip r:embed="rId2"/>
          <a:srcRect t="754"/>
          <a:stretch/>
        </p:blipFill>
        <p:spPr>
          <a:xfrm>
            <a:off x="0" y="0"/>
            <a:ext cx="5242560" cy="9162613"/>
          </a:xfrm>
          <a:prstGeom prst="rect">
            <a:avLst/>
          </a:prstGeom>
        </p:spPr>
      </p:pic>
      <p:sp>
        <p:nvSpPr>
          <p:cNvPr id="5" name="ZoneTexte 4">
            <a:extLst>
              <a:ext uri="{FF2B5EF4-FFF2-40B4-BE49-F238E27FC236}">
                <a16:creationId xmlns:a16="http://schemas.microsoft.com/office/drawing/2014/main" id="{842F33FA-0212-8752-47F4-3E80F6467783}"/>
              </a:ext>
            </a:extLst>
          </p:cNvPr>
          <p:cNvSpPr txBox="1"/>
          <p:nvPr/>
        </p:nvSpPr>
        <p:spPr>
          <a:xfrm>
            <a:off x="970733" y="2926080"/>
            <a:ext cx="3426007" cy="2215991"/>
          </a:xfrm>
          <a:prstGeom prst="rect">
            <a:avLst/>
          </a:prstGeom>
          <a:noFill/>
        </p:spPr>
        <p:txBody>
          <a:bodyPr wrap="square" rtlCol="0">
            <a:spAutoFit/>
          </a:bodyPr>
          <a:lstStyle/>
          <a:p>
            <a:pPr algn="ctr"/>
            <a:r>
              <a:rPr lang="fr-FR" sz="13800" dirty="0">
                <a:solidFill>
                  <a:schemeClr val="accent6">
                    <a:lumMod val="60000"/>
                    <a:lumOff val="40000"/>
                  </a:schemeClr>
                </a:solidFill>
                <a:effectLst>
                  <a:innerShdw blurRad="114300">
                    <a:prstClr val="black"/>
                  </a:innerShdw>
                </a:effectLst>
              </a:rPr>
              <a:t>70</a:t>
            </a:r>
          </a:p>
        </p:txBody>
      </p:sp>
    </p:spTree>
    <p:extLst>
      <p:ext uri="{BB962C8B-B14F-4D97-AF65-F5344CB8AC3E}">
        <p14:creationId xmlns:p14="http://schemas.microsoft.com/office/powerpoint/2010/main" val="15198542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gradFill>
          <a:gsLst>
            <a:gs pos="100000">
              <a:srgbClr val="031A3C"/>
            </a:gs>
            <a:gs pos="100000">
              <a:srgbClr val="C6DAD1"/>
            </a:gs>
          </a:gsLst>
          <a:lin ang="5400000" scaled="1"/>
        </a:gradFill>
        <a:effectLst/>
      </p:bgPr>
    </p:bg>
    <p:spTree>
      <p:nvGrpSpPr>
        <p:cNvPr id="1" name="">
          <a:extLst>
            <a:ext uri="{FF2B5EF4-FFF2-40B4-BE49-F238E27FC236}">
              <a16:creationId xmlns:a16="http://schemas.microsoft.com/office/drawing/2014/main" id="{3CB58EAE-CA22-FFEB-613C-4C278D4BB014}"/>
            </a:ext>
          </a:extLst>
        </p:cNvPr>
        <p:cNvGrpSpPr/>
        <p:nvPr/>
      </p:nvGrpSpPr>
      <p:grpSpPr>
        <a:xfrm>
          <a:off x="0" y="0"/>
          <a:ext cx="0" cy="0"/>
          <a:chOff x="0" y="0"/>
          <a:chExt cx="0" cy="0"/>
        </a:xfrm>
      </p:grpSpPr>
      <p:pic>
        <p:nvPicPr>
          <p:cNvPr id="2" name="Image 1" descr="Léo le Laitier : Un laitier joyeux qui connaît tous les secrets de la planète Égouttecaillé. Dans un style fantastique">
            <a:extLst>
              <a:ext uri="{FF2B5EF4-FFF2-40B4-BE49-F238E27FC236}">
                <a16:creationId xmlns:a16="http://schemas.microsoft.com/office/drawing/2014/main" id="{61DAFA24-3F1E-93A3-C895-A724E8940E0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4000500"/>
            <a:ext cx="5143500" cy="5143500"/>
          </a:xfrm>
          <a:prstGeom prst="rect">
            <a:avLst/>
          </a:prstGeom>
          <a:noFill/>
          <a:ln>
            <a:noFill/>
          </a:ln>
        </p:spPr>
      </p:pic>
      <p:sp>
        <p:nvSpPr>
          <p:cNvPr id="6" name="Bulle narrative : rectangle à coins arrondis 5">
            <a:extLst>
              <a:ext uri="{FF2B5EF4-FFF2-40B4-BE49-F238E27FC236}">
                <a16:creationId xmlns:a16="http://schemas.microsoft.com/office/drawing/2014/main" id="{76182F9F-5757-6568-3B18-EF2435DBE92E}"/>
              </a:ext>
            </a:extLst>
          </p:cNvPr>
          <p:cNvSpPr/>
          <p:nvPr/>
        </p:nvSpPr>
        <p:spPr>
          <a:xfrm>
            <a:off x="110490" y="91440"/>
            <a:ext cx="4922520" cy="3749040"/>
          </a:xfrm>
          <a:prstGeom prst="wedgeRoundRectCallout">
            <a:avLst>
              <a:gd name="adj1" fmla="val 1307"/>
              <a:gd name="adj2" fmla="val 84608"/>
              <a:gd name="adj3" fmla="val 16667"/>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600" dirty="0"/>
              <a:t>Super, vous avez réussi à déchiffrer le chant des Mousselines ! </a:t>
            </a:r>
          </a:p>
          <a:p>
            <a:r>
              <a:rPr lang="fr-FR" sz="1600" dirty="0"/>
              <a:t>Bravo, vous êtes arrivés jusque-là grâce à votre perspicacité et votre courage. Vous avez déchiffré le chant des Mousselines, franchi les obstacles, et fait face à des énigmes qui auraient pu décourager n'importe quel aventurier. Mais il nous reste une dernière épreuve, et elle ne sera pas facile. </a:t>
            </a:r>
          </a:p>
          <a:p>
            <a:r>
              <a:rPr lang="fr-FR" sz="1600" dirty="0"/>
              <a:t>Le Caillé d'Or, ce trésor légendaire, se cache encore quelque part ici, dans ce vaste labyrinthe.</a:t>
            </a:r>
          </a:p>
          <a:p>
            <a:endParaRPr lang="fr-FR" sz="1600" dirty="0"/>
          </a:p>
          <a:p>
            <a:r>
              <a:rPr lang="fr-FR" sz="1600" dirty="0"/>
              <a:t>Prenez la carte 37</a:t>
            </a:r>
          </a:p>
        </p:txBody>
      </p:sp>
      <p:sp>
        <p:nvSpPr>
          <p:cNvPr id="3" name="ZoneTexte 2">
            <a:extLst>
              <a:ext uri="{FF2B5EF4-FFF2-40B4-BE49-F238E27FC236}">
                <a16:creationId xmlns:a16="http://schemas.microsoft.com/office/drawing/2014/main" id="{DBC52ECF-552D-858B-B097-9640999594F7}"/>
              </a:ext>
            </a:extLst>
          </p:cNvPr>
          <p:cNvSpPr txBox="1"/>
          <p:nvPr/>
        </p:nvSpPr>
        <p:spPr>
          <a:xfrm>
            <a:off x="1813560" y="6865620"/>
            <a:ext cx="609600" cy="369332"/>
          </a:xfrm>
          <a:prstGeom prst="rect">
            <a:avLst/>
          </a:prstGeom>
          <a:noFill/>
        </p:spPr>
        <p:txBody>
          <a:bodyPr wrap="square" rtlCol="0">
            <a:spAutoFit/>
          </a:bodyPr>
          <a:lstStyle/>
          <a:p>
            <a:r>
              <a:rPr lang="fr-FR" b="1" dirty="0"/>
              <a:t>24</a:t>
            </a:r>
          </a:p>
        </p:txBody>
      </p:sp>
    </p:spTree>
    <p:extLst>
      <p:ext uri="{BB962C8B-B14F-4D97-AF65-F5344CB8AC3E}">
        <p14:creationId xmlns:p14="http://schemas.microsoft.com/office/powerpoint/2010/main" val="19001598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A32D5-90C1-E93B-FCF8-43AEFB8550AE}"/>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62A3B1CF-9E6C-188B-BB93-7AD2306E639D}"/>
              </a:ext>
            </a:extLst>
          </p:cNvPr>
          <p:cNvPicPr>
            <a:picLocks noChangeAspect="1"/>
          </p:cNvPicPr>
          <p:nvPr/>
        </p:nvPicPr>
        <p:blipFill>
          <a:blip r:embed="rId2"/>
          <a:srcRect t="754"/>
          <a:stretch/>
        </p:blipFill>
        <p:spPr>
          <a:xfrm>
            <a:off x="0" y="0"/>
            <a:ext cx="5242560" cy="9162613"/>
          </a:xfrm>
          <a:prstGeom prst="rect">
            <a:avLst/>
          </a:prstGeom>
        </p:spPr>
      </p:pic>
      <p:sp>
        <p:nvSpPr>
          <p:cNvPr id="5" name="ZoneTexte 4">
            <a:extLst>
              <a:ext uri="{FF2B5EF4-FFF2-40B4-BE49-F238E27FC236}">
                <a16:creationId xmlns:a16="http://schemas.microsoft.com/office/drawing/2014/main" id="{095D9134-FF03-7553-E78D-F8E91A40CE3A}"/>
              </a:ext>
            </a:extLst>
          </p:cNvPr>
          <p:cNvSpPr txBox="1"/>
          <p:nvPr/>
        </p:nvSpPr>
        <p:spPr>
          <a:xfrm>
            <a:off x="970733" y="2926080"/>
            <a:ext cx="3426007" cy="2215991"/>
          </a:xfrm>
          <a:prstGeom prst="rect">
            <a:avLst/>
          </a:prstGeom>
          <a:noFill/>
        </p:spPr>
        <p:txBody>
          <a:bodyPr wrap="square" rtlCol="0">
            <a:spAutoFit/>
          </a:bodyPr>
          <a:lstStyle/>
          <a:p>
            <a:pPr algn="ctr"/>
            <a:r>
              <a:rPr lang="fr-FR" sz="13800" dirty="0">
                <a:solidFill>
                  <a:schemeClr val="accent6">
                    <a:lumMod val="60000"/>
                    <a:lumOff val="40000"/>
                  </a:schemeClr>
                </a:solidFill>
                <a:effectLst>
                  <a:innerShdw blurRad="114300">
                    <a:prstClr val="black"/>
                  </a:innerShdw>
                </a:effectLst>
              </a:rPr>
              <a:t>37</a:t>
            </a:r>
          </a:p>
        </p:txBody>
      </p:sp>
    </p:spTree>
    <p:extLst>
      <p:ext uri="{BB962C8B-B14F-4D97-AF65-F5344CB8AC3E}">
        <p14:creationId xmlns:p14="http://schemas.microsoft.com/office/powerpoint/2010/main" val="33326883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70F06-80E9-B860-8AFC-1715FCF91731}"/>
            </a:ext>
          </a:extLst>
        </p:cNvPr>
        <p:cNvGrpSpPr/>
        <p:nvPr/>
      </p:nvGrpSpPr>
      <p:grpSpPr>
        <a:xfrm>
          <a:off x="0" y="0"/>
          <a:ext cx="0" cy="0"/>
          <a:chOff x="0" y="0"/>
          <a:chExt cx="0" cy="0"/>
        </a:xfrm>
      </p:grpSpPr>
      <p:pic>
        <p:nvPicPr>
          <p:cNvPr id="6" name="Image 5">
            <a:extLst>
              <a:ext uri="{FF2B5EF4-FFF2-40B4-BE49-F238E27FC236}">
                <a16:creationId xmlns:a16="http://schemas.microsoft.com/office/drawing/2014/main" id="{CAE30B3E-984D-BC33-4442-E8D4145A323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0865"/>
            <a:ext cx="5155781" cy="912227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5" name="Image 4">
            <a:extLst>
              <a:ext uri="{FF2B5EF4-FFF2-40B4-BE49-F238E27FC236}">
                <a16:creationId xmlns:a16="http://schemas.microsoft.com/office/drawing/2014/main" id="{5B4A7080-FBEC-7865-2E38-953D9E9CC284}"/>
              </a:ext>
            </a:extLst>
          </p:cNvPr>
          <p:cNvPicPr>
            <a:picLocks noChangeAspect="1"/>
          </p:cNvPicPr>
          <p:nvPr/>
        </p:nvPicPr>
        <p:blipFill>
          <a:blip r:embed="rId3"/>
          <a:stretch>
            <a:fillRect/>
          </a:stretch>
        </p:blipFill>
        <p:spPr>
          <a:xfrm rot="5400000">
            <a:off x="-1599824" y="2379889"/>
            <a:ext cx="8460273" cy="4599653"/>
          </a:xfrm>
          <a:prstGeom prst="rect">
            <a:avLst/>
          </a:prstGeom>
          <a:ln>
            <a:noFill/>
          </a:ln>
          <a:effectLst>
            <a:softEdge rad="112500"/>
          </a:effectLst>
        </p:spPr>
      </p:pic>
    </p:spTree>
    <p:extLst>
      <p:ext uri="{BB962C8B-B14F-4D97-AF65-F5344CB8AC3E}">
        <p14:creationId xmlns:p14="http://schemas.microsoft.com/office/powerpoint/2010/main" val="20174370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BFAD5-514E-3EE5-2CD2-786AEBE81FBB}"/>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C23E73B7-FDAF-BCB7-C0BD-3081476F6C87}"/>
              </a:ext>
            </a:extLst>
          </p:cNvPr>
          <p:cNvPicPr>
            <a:picLocks noChangeAspect="1"/>
          </p:cNvPicPr>
          <p:nvPr/>
        </p:nvPicPr>
        <p:blipFill>
          <a:blip r:embed="rId2"/>
          <a:srcRect t="754"/>
          <a:stretch/>
        </p:blipFill>
        <p:spPr>
          <a:xfrm>
            <a:off x="0" y="0"/>
            <a:ext cx="5242560" cy="9162613"/>
          </a:xfrm>
          <a:prstGeom prst="rect">
            <a:avLst/>
          </a:prstGeom>
        </p:spPr>
      </p:pic>
      <p:sp>
        <p:nvSpPr>
          <p:cNvPr id="5" name="ZoneTexte 4">
            <a:extLst>
              <a:ext uri="{FF2B5EF4-FFF2-40B4-BE49-F238E27FC236}">
                <a16:creationId xmlns:a16="http://schemas.microsoft.com/office/drawing/2014/main" id="{93F60D59-60BB-5C36-C42D-6F92C3382DE3}"/>
              </a:ext>
            </a:extLst>
          </p:cNvPr>
          <p:cNvSpPr txBox="1"/>
          <p:nvPr/>
        </p:nvSpPr>
        <p:spPr>
          <a:xfrm>
            <a:off x="970733" y="2926080"/>
            <a:ext cx="3426007" cy="2215991"/>
          </a:xfrm>
          <a:prstGeom prst="rect">
            <a:avLst/>
          </a:prstGeom>
          <a:noFill/>
        </p:spPr>
        <p:txBody>
          <a:bodyPr wrap="square" rtlCol="0">
            <a:spAutoFit/>
          </a:bodyPr>
          <a:lstStyle/>
          <a:p>
            <a:pPr algn="ctr"/>
            <a:r>
              <a:rPr lang="fr-FR" sz="13800" dirty="0">
                <a:solidFill>
                  <a:schemeClr val="accent6">
                    <a:lumMod val="60000"/>
                    <a:lumOff val="40000"/>
                  </a:schemeClr>
                </a:solidFill>
                <a:effectLst>
                  <a:innerShdw blurRad="114300">
                    <a:prstClr val="black"/>
                  </a:innerShdw>
                </a:effectLst>
              </a:rPr>
              <a:t>12</a:t>
            </a:r>
          </a:p>
        </p:txBody>
      </p:sp>
    </p:spTree>
    <p:extLst>
      <p:ext uri="{BB962C8B-B14F-4D97-AF65-F5344CB8AC3E}">
        <p14:creationId xmlns:p14="http://schemas.microsoft.com/office/powerpoint/2010/main" val="24360364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gradFill>
          <a:gsLst>
            <a:gs pos="100000">
              <a:srgbClr val="012A3E"/>
            </a:gs>
            <a:gs pos="100000">
              <a:srgbClr val="C6DAD1"/>
            </a:gs>
          </a:gsLst>
          <a:lin ang="5400000" scaled="1"/>
        </a:gradFill>
        <a:effectLst/>
      </p:bgPr>
    </p:bg>
    <p:spTree>
      <p:nvGrpSpPr>
        <p:cNvPr id="1" name="">
          <a:extLst>
            <a:ext uri="{FF2B5EF4-FFF2-40B4-BE49-F238E27FC236}">
              <a16:creationId xmlns:a16="http://schemas.microsoft.com/office/drawing/2014/main" id="{B26C3682-3260-B374-134C-E6CC2D4FC4B2}"/>
            </a:ext>
          </a:extLst>
        </p:cNvPr>
        <p:cNvGrpSpPr/>
        <p:nvPr/>
      </p:nvGrpSpPr>
      <p:grpSpPr>
        <a:xfrm>
          <a:off x="0" y="0"/>
          <a:ext cx="0" cy="0"/>
          <a:chOff x="0" y="0"/>
          <a:chExt cx="0" cy="0"/>
        </a:xfrm>
      </p:grpSpPr>
      <p:pic>
        <p:nvPicPr>
          <p:cNvPr id="2" name="Image 1" descr="Maître Fromager Firmin: Un ancien fromager sage, connu pour ses connaissances sur le fromage et ses énigmes. Dans un style fantastique">
            <a:extLst>
              <a:ext uri="{FF2B5EF4-FFF2-40B4-BE49-F238E27FC236}">
                <a16:creationId xmlns:a16="http://schemas.microsoft.com/office/drawing/2014/main" id="{20A1C9F0-45CE-6C5E-EDFD-F5A90415435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0" y="4000500"/>
            <a:ext cx="5143500" cy="5143500"/>
          </a:xfrm>
          <a:prstGeom prst="rect">
            <a:avLst/>
          </a:prstGeom>
          <a:noFill/>
          <a:ln>
            <a:noFill/>
          </a:ln>
        </p:spPr>
      </p:pic>
      <p:sp>
        <p:nvSpPr>
          <p:cNvPr id="6" name="Bulle narrative : rectangle à coins arrondis 5">
            <a:extLst>
              <a:ext uri="{FF2B5EF4-FFF2-40B4-BE49-F238E27FC236}">
                <a16:creationId xmlns:a16="http://schemas.microsoft.com/office/drawing/2014/main" id="{5AA898E3-CF69-5431-AF37-CC979F7FF157}"/>
              </a:ext>
            </a:extLst>
          </p:cNvPr>
          <p:cNvSpPr/>
          <p:nvPr/>
        </p:nvSpPr>
        <p:spPr>
          <a:xfrm>
            <a:off x="78376" y="117566"/>
            <a:ext cx="4908370" cy="3882934"/>
          </a:xfrm>
          <a:prstGeom prst="wedgeRoundRectCallout">
            <a:avLst>
              <a:gd name="adj1" fmla="val -6865"/>
              <a:gd name="adj2" fmla="val 79563"/>
              <a:gd name="adj3" fmla="val 16667"/>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16000"/>
              </a:lnSpc>
              <a:spcAft>
                <a:spcPts val="800"/>
              </a:spcAft>
            </a:pPr>
            <a:endParaRPr lang="fr-FR" sz="1400" dirty="0">
              <a:solidFill>
                <a:schemeClr val="bg1">
                  <a:lumMod val="95000"/>
                </a:schemeClr>
              </a:solidFill>
              <a:effectLst/>
              <a:latin typeface="Aptos" panose="020B0004020202020204" pitchFamily="34" charset="0"/>
              <a:ea typeface="Aptos" panose="020B0004020202020204" pitchFamily="34" charset="0"/>
              <a:cs typeface="Arial" panose="020B0604020202020204" pitchFamily="34" charset="0"/>
            </a:endParaRPr>
          </a:p>
          <a:p>
            <a:r>
              <a:rPr lang="fr-FR" sz="1400" dirty="0"/>
              <a:t>Bravo, aventuriers ! Vous avez réussi à sortir du labyrinthe ! Peu de gens parviennent à franchir cette épreuve, mais vous avez prouvé votre intelligence, votre persévérance et votre esprit d'équipe. Je suis fier de vous! Grâce à vos compétences nous avons pu retrouver le Caillé d’Or avant que l’empire Bell ne s’en empare !! Félicitations !! </a:t>
            </a:r>
          </a:p>
          <a:p>
            <a:r>
              <a:rPr lang="fr-FR" sz="1400" dirty="0"/>
              <a:t>J’espère que cette quête vous aura éclairci sur l’importance de l’étape de l’égouttage et du caillé  pour un fromage. </a:t>
            </a:r>
          </a:p>
          <a:p>
            <a:r>
              <a:rPr lang="fr-FR" sz="1400" dirty="0"/>
              <a:t>Continuez vite votre quête avant que l’empire Bell ne vous rattrape.</a:t>
            </a:r>
          </a:p>
          <a:p>
            <a:endParaRPr lang="fr-FR" sz="1400" dirty="0"/>
          </a:p>
          <a:p>
            <a:r>
              <a:rPr lang="fr-FR" sz="1400" dirty="0"/>
              <a:t>Allez à la carte 39</a:t>
            </a:r>
          </a:p>
        </p:txBody>
      </p:sp>
      <p:sp>
        <p:nvSpPr>
          <p:cNvPr id="3" name="ZoneTexte 2">
            <a:extLst>
              <a:ext uri="{FF2B5EF4-FFF2-40B4-BE49-F238E27FC236}">
                <a16:creationId xmlns:a16="http://schemas.microsoft.com/office/drawing/2014/main" id="{EE3DFFB3-3F15-E949-F5C0-66C68E76FF89}"/>
              </a:ext>
            </a:extLst>
          </p:cNvPr>
          <p:cNvSpPr txBox="1"/>
          <p:nvPr/>
        </p:nvSpPr>
        <p:spPr>
          <a:xfrm>
            <a:off x="952500" y="6018252"/>
            <a:ext cx="388620" cy="369332"/>
          </a:xfrm>
          <a:prstGeom prst="rect">
            <a:avLst/>
          </a:prstGeom>
          <a:noFill/>
        </p:spPr>
        <p:txBody>
          <a:bodyPr wrap="square" rtlCol="0">
            <a:spAutoFit/>
          </a:bodyPr>
          <a:lstStyle/>
          <a:p>
            <a:r>
              <a:rPr lang="fr-FR" dirty="0"/>
              <a:t>3</a:t>
            </a:r>
          </a:p>
        </p:txBody>
      </p:sp>
    </p:spTree>
    <p:extLst>
      <p:ext uri="{BB962C8B-B14F-4D97-AF65-F5344CB8AC3E}">
        <p14:creationId xmlns:p14="http://schemas.microsoft.com/office/powerpoint/2010/main" val="30192112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9E7D3-627B-21E5-DFFC-CA3EBCB3B270}"/>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98A101B8-C238-E5EB-76CA-7D93115B86B2}"/>
              </a:ext>
            </a:extLst>
          </p:cNvPr>
          <p:cNvPicPr>
            <a:picLocks noChangeAspect="1"/>
          </p:cNvPicPr>
          <p:nvPr/>
        </p:nvPicPr>
        <p:blipFill>
          <a:blip r:embed="rId2"/>
          <a:srcRect t="754"/>
          <a:stretch/>
        </p:blipFill>
        <p:spPr>
          <a:xfrm>
            <a:off x="0" y="0"/>
            <a:ext cx="5242560" cy="9162613"/>
          </a:xfrm>
          <a:prstGeom prst="rect">
            <a:avLst/>
          </a:prstGeom>
        </p:spPr>
      </p:pic>
      <p:sp>
        <p:nvSpPr>
          <p:cNvPr id="5" name="ZoneTexte 4">
            <a:extLst>
              <a:ext uri="{FF2B5EF4-FFF2-40B4-BE49-F238E27FC236}">
                <a16:creationId xmlns:a16="http://schemas.microsoft.com/office/drawing/2014/main" id="{694DDA33-D5F0-F262-AE29-33930B1E7466}"/>
              </a:ext>
            </a:extLst>
          </p:cNvPr>
          <p:cNvSpPr txBox="1"/>
          <p:nvPr/>
        </p:nvSpPr>
        <p:spPr>
          <a:xfrm>
            <a:off x="970733" y="2926080"/>
            <a:ext cx="3426007" cy="2215991"/>
          </a:xfrm>
          <a:prstGeom prst="rect">
            <a:avLst/>
          </a:prstGeom>
          <a:noFill/>
        </p:spPr>
        <p:txBody>
          <a:bodyPr wrap="square" rtlCol="0">
            <a:spAutoFit/>
          </a:bodyPr>
          <a:lstStyle/>
          <a:p>
            <a:pPr algn="ctr"/>
            <a:r>
              <a:rPr lang="fr-FR" sz="13800" dirty="0">
                <a:solidFill>
                  <a:schemeClr val="accent6">
                    <a:lumMod val="60000"/>
                    <a:lumOff val="40000"/>
                  </a:schemeClr>
                </a:solidFill>
                <a:effectLst>
                  <a:innerShdw blurRad="114300">
                    <a:prstClr val="black"/>
                  </a:innerShdw>
                </a:effectLst>
              </a:rPr>
              <a:t>39</a:t>
            </a:r>
          </a:p>
        </p:txBody>
      </p:sp>
    </p:spTree>
    <p:extLst>
      <p:ext uri="{BB962C8B-B14F-4D97-AF65-F5344CB8AC3E}">
        <p14:creationId xmlns:p14="http://schemas.microsoft.com/office/powerpoint/2010/main" val="22209131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gradFill>
          <a:gsLst>
            <a:gs pos="100000">
              <a:srgbClr val="293649"/>
            </a:gs>
            <a:gs pos="100000">
              <a:srgbClr val="605A57"/>
            </a:gs>
          </a:gsLst>
          <a:lin ang="5400000" scaled="1"/>
        </a:gradFill>
        <a:effectLst/>
      </p:bgPr>
    </p:bg>
    <p:spTree>
      <p:nvGrpSpPr>
        <p:cNvPr id="1" name="">
          <a:extLst>
            <a:ext uri="{FF2B5EF4-FFF2-40B4-BE49-F238E27FC236}">
              <a16:creationId xmlns:a16="http://schemas.microsoft.com/office/drawing/2014/main" id="{7D60BE00-18BA-D382-2C3D-E06D12DE59DF}"/>
            </a:ext>
          </a:extLst>
        </p:cNvPr>
        <p:cNvGrpSpPr/>
        <p:nvPr/>
      </p:nvGrpSpPr>
      <p:grpSpPr>
        <a:xfrm>
          <a:off x="0" y="0"/>
          <a:ext cx="0" cy="0"/>
          <a:chOff x="0" y="0"/>
          <a:chExt cx="0" cy="0"/>
        </a:xfrm>
      </p:grpSpPr>
      <p:sp>
        <p:nvSpPr>
          <p:cNvPr id="4" name="Bulle narrative : rectangle à coins arrondis 3">
            <a:extLst>
              <a:ext uri="{FF2B5EF4-FFF2-40B4-BE49-F238E27FC236}">
                <a16:creationId xmlns:a16="http://schemas.microsoft.com/office/drawing/2014/main" id="{8C514228-1177-54EF-A0CC-870A8B6A760A}"/>
              </a:ext>
            </a:extLst>
          </p:cNvPr>
          <p:cNvSpPr/>
          <p:nvPr/>
        </p:nvSpPr>
        <p:spPr>
          <a:xfrm>
            <a:off x="249116" y="613955"/>
            <a:ext cx="4645268" cy="666204"/>
          </a:xfrm>
          <a:prstGeom prst="wedgeRoundRectCallout">
            <a:avLst>
              <a:gd name="adj1" fmla="val 20467"/>
              <a:gd name="adj2" fmla="val -47183"/>
              <a:gd name="adj3" fmla="val 16667"/>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200" dirty="0">
                <a:effectLst/>
                <a:latin typeface="Times New Roman" panose="02020603050405020304" pitchFamily="18" charset="0"/>
                <a:ea typeface="Times New Roman" panose="02020603050405020304" pitchFamily="18" charset="0"/>
              </a:rPr>
              <a:t>Le Caillé d'Or </a:t>
            </a:r>
            <a:r>
              <a:rPr lang="fr-FR" sz="3600" dirty="0"/>
              <a:t>!</a:t>
            </a:r>
          </a:p>
        </p:txBody>
      </p:sp>
      <p:sp>
        <p:nvSpPr>
          <p:cNvPr id="5" name="Bulle narrative : rectangle à coins arrondis 4">
            <a:extLst>
              <a:ext uri="{FF2B5EF4-FFF2-40B4-BE49-F238E27FC236}">
                <a16:creationId xmlns:a16="http://schemas.microsoft.com/office/drawing/2014/main" id="{F1A233F2-AE8C-34A5-C0E1-6DF790071C87}"/>
              </a:ext>
            </a:extLst>
          </p:cNvPr>
          <p:cNvSpPr/>
          <p:nvPr/>
        </p:nvSpPr>
        <p:spPr>
          <a:xfrm>
            <a:off x="124558" y="7389223"/>
            <a:ext cx="4894384" cy="1493520"/>
          </a:xfrm>
          <a:prstGeom prst="wedgeRoundRectCallout">
            <a:avLst>
              <a:gd name="adj1" fmla="val 20467"/>
              <a:gd name="adj2" fmla="val -47183"/>
              <a:gd name="adj3" fmla="val 16667"/>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C’est la fin de l’aventure </a:t>
            </a:r>
            <a:r>
              <a:rPr lang="fr-FR" dirty="0" err="1"/>
              <a:t>Egouttecaillé</a:t>
            </a:r>
            <a:r>
              <a:rPr lang="fr-FR" dirty="0"/>
              <a:t> maintenant reprenons notre voyage vers la planète </a:t>
            </a:r>
            <a:r>
              <a:rPr lang="fr-FR" dirty="0" err="1"/>
              <a:t>Affinéo</a:t>
            </a:r>
            <a:r>
              <a:rPr lang="fr-FR" dirty="0"/>
              <a:t>! La </a:t>
            </a:r>
            <a:r>
              <a:rPr lang="fr-FR" b="1" dirty="0" err="1"/>
              <a:t>Lactogalaxie</a:t>
            </a:r>
            <a:r>
              <a:rPr lang="fr-FR" b="1" dirty="0"/>
              <a:t> </a:t>
            </a:r>
            <a:r>
              <a:rPr lang="fr-FR" dirty="0"/>
              <a:t> doit être sauvée de l’affreux empire </a:t>
            </a:r>
            <a:r>
              <a:rPr lang="fr-FR" b="1" i="1" dirty="0">
                <a:solidFill>
                  <a:srgbClr val="C00000"/>
                </a:solidFill>
              </a:rPr>
              <a:t>BELL</a:t>
            </a:r>
            <a:r>
              <a:rPr lang="fr-FR" dirty="0"/>
              <a:t>.</a:t>
            </a:r>
          </a:p>
        </p:txBody>
      </p:sp>
      <p:pic>
        <p:nvPicPr>
          <p:cNvPr id="2" name="Image 1" descr="Caillé doré dans un univers futuriste comme une relique">
            <a:extLst>
              <a:ext uri="{FF2B5EF4-FFF2-40B4-BE49-F238E27FC236}">
                <a16:creationId xmlns:a16="http://schemas.microsoft.com/office/drawing/2014/main" id="{910B9769-7994-EA9D-C5C0-3F94FCE4120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2026920"/>
            <a:ext cx="5116830" cy="5116830"/>
          </a:xfrm>
          <a:prstGeom prst="rect">
            <a:avLst/>
          </a:prstGeom>
          <a:noFill/>
          <a:ln>
            <a:noFill/>
          </a:ln>
        </p:spPr>
      </p:pic>
    </p:spTree>
    <p:extLst>
      <p:ext uri="{BB962C8B-B14F-4D97-AF65-F5344CB8AC3E}">
        <p14:creationId xmlns:p14="http://schemas.microsoft.com/office/powerpoint/2010/main" val="3478812258"/>
      </p:ext>
    </p:extLst>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372</TotalTime>
  <Words>2229</Words>
  <Application>Microsoft Office PowerPoint</Application>
  <PresentationFormat>Affichage à l'écran (16:9)</PresentationFormat>
  <Paragraphs>130</Paragraphs>
  <Slides>40</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40</vt:i4>
      </vt:variant>
    </vt:vector>
  </HeadingPairs>
  <TitlesOfParts>
    <vt:vector size="46" baseType="lpstr">
      <vt:lpstr>Aptos</vt:lpstr>
      <vt:lpstr>Aptos Display</vt:lpstr>
      <vt:lpstr>Arial</vt:lpstr>
      <vt:lpstr>Calibri</vt:lpstr>
      <vt:lpstr>Times New Roman</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Armand QUINQUIS</dc:creator>
  <cp:lastModifiedBy>Thomas VIGNON</cp:lastModifiedBy>
  <cp:revision>4</cp:revision>
  <dcterms:created xsi:type="dcterms:W3CDTF">2024-12-30T10:40:24Z</dcterms:created>
  <dcterms:modified xsi:type="dcterms:W3CDTF">2025-01-13T19:19:04Z</dcterms:modified>
</cp:coreProperties>
</file>