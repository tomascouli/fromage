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9" r:id="rId3"/>
    <p:sldId id="278" r:id="rId4"/>
    <p:sldId id="257" r:id="rId5"/>
    <p:sldId id="270" r:id="rId6"/>
    <p:sldId id="258" r:id="rId7"/>
    <p:sldId id="271" r:id="rId8"/>
    <p:sldId id="259" r:id="rId9"/>
    <p:sldId id="272" r:id="rId10"/>
    <p:sldId id="261" r:id="rId11"/>
    <p:sldId id="273" r:id="rId12"/>
    <p:sldId id="260" r:id="rId13"/>
    <p:sldId id="274" r:id="rId14"/>
    <p:sldId id="267" r:id="rId15"/>
    <p:sldId id="275" r:id="rId16"/>
    <p:sldId id="268" r:id="rId17"/>
    <p:sldId id="276" r:id="rId18"/>
    <p:sldId id="269" r:id="rId19"/>
    <p:sldId id="277" r:id="rId20"/>
    <p:sldId id="281" r:id="rId21"/>
    <p:sldId id="283" r:id="rId22"/>
    <p:sldId id="282" r:id="rId23"/>
  </p:sldIdLst>
  <p:sldSz cx="3240088" cy="57594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03"/>
    <p:restoredTop sz="94651"/>
  </p:normalViewPr>
  <p:slideViewPr>
    <p:cSldViewPr snapToGrid="0">
      <p:cViewPr varScale="1">
        <p:scale>
          <a:sx n="125" d="100"/>
          <a:sy n="125" d="100"/>
        </p:scale>
        <p:origin x="33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43007" y="942577"/>
            <a:ext cx="2754075" cy="2005142"/>
          </a:xfrm>
        </p:spPr>
        <p:txBody>
          <a:bodyPr anchor="b"/>
          <a:lstStyle>
            <a:lvl1pPr algn="ctr">
              <a:defRPr sz="2126"/>
            </a:lvl1pPr>
          </a:lstStyle>
          <a:p>
            <a:r>
              <a:rPr lang="fr-FR"/>
              <a:t>Modifiez le style du titre</a:t>
            </a:r>
            <a:endParaRPr lang="en-US" dirty="0"/>
          </a:p>
        </p:txBody>
      </p:sp>
      <p:sp>
        <p:nvSpPr>
          <p:cNvPr id="3" name="Subtitle 2"/>
          <p:cNvSpPr>
            <a:spLocks noGrp="1"/>
          </p:cNvSpPr>
          <p:nvPr>
            <p:ph type="subTitle" idx="1"/>
          </p:nvPr>
        </p:nvSpPr>
        <p:spPr>
          <a:xfrm>
            <a:off x="405011" y="3025045"/>
            <a:ext cx="2430066" cy="1390533"/>
          </a:xfrm>
        </p:spPr>
        <p:txBody>
          <a:bodyPr/>
          <a:lstStyle>
            <a:lvl1pPr marL="0" indent="0" algn="ctr">
              <a:buNone/>
              <a:defRPr sz="850"/>
            </a:lvl1pPr>
            <a:lvl2pPr marL="161986" indent="0" algn="ctr">
              <a:buNone/>
              <a:defRPr sz="709"/>
            </a:lvl2pPr>
            <a:lvl3pPr marL="323972" indent="0" algn="ctr">
              <a:buNone/>
              <a:defRPr sz="638"/>
            </a:lvl3pPr>
            <a:lvl4pPr marL="485958" indent="0" algn="ctr">
              <a:buNone/>
              <a:defRPr sz="567"/>
            </a:lvl4pPr>
            <a:lvl5pPr marL="647944" indent="0" algn="ctr">
              <a:buNone/>
              <a:defRPr sz="567"/>
            </a:lvl5pPr>
            <a:lvl6pPr marL="809930" indent="0" algn="ctr">
              <a:buNone/>
              <a:defRPr sz="567"/>
            </a:lvl6pPr>
            <a:lvl7pPr marL="971916" indent="0" algn="ctr">
              <a:buNone/>
              <a:defRPr sz="567"/>
            </a:lvl7pPr>
            <a:lvl8pPr marL="1133902" indent="0" algn="ctr">
              <a:buNone/>
              <a:defRPr sz="567"/>
            </a:lvl8pPr>
            <a:lvl9pPr marL="1295888" indent="0" algn="ctr">
              <a:buNone/>
              <a:defRPr sz="567"/>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244186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946846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21069" y="1435864"/>
            <a:ext cx="2794576" cy="2395771"/>
          </a:xfrm>
        </p:spPr>
        <p:txBody>
          <a:bodyPr anchor="b"/>
          <a:lstStyle>
            <a:lvl1pPr>
              <a:defRPr sz="2126"/>
            </a:lvl1pPr>
          </a:lstStyle>
          <a:p>
            <a:r>
              <a:rPr lang="fr-FR"/>
              <a:t>Modifiez le style du titre</a:t>
            </a:r>
            <a:endParaRPr lang="en-US" dirty="0"/>
          </a:p>
        </p:txBody>
      </p:sp>
      <p:sp>
        <p:nvSpPr>
          <p:cNvPr id="3" name="Text Placeholder 2"/>
          <p:cNvSpPr>
            <a:spLocks noGrp="1"/>
          </p:cNvSpPr>
          <p:nvPr>
            <p:ph type="body" idx="1"/>
          </p:nvPr>
        </p:nvSpPr>
        <p:spPr>
          <a:xfrm>
            <a:off x="221069" y="3854300"/>
            <a:ext cx="2794576" cy="1259879"/>
          </a:xfrm>
        </p:spPr>
        <p:txBody>
          <a:bodyPr/>
          <a:lstStyle>
            <a:lvl1pPr marL="0" indent="0">
              <a:buNone/>
              <a:defRPr sz="850">
                <a:solidFill>
                  <a:schemeClr val="tx1">
                    <a:tint val="82000"/>
                  </a:schemeClr>
                </a:solidFill>
              </a:defRPr>
            </a:lvl1pPr>
            <a:lvl2pPr marL="161986" indent="0">
              <a:buNone/>
              <a:defRPr sz="709">
                <a:solidFill>
                  <a:schemeClr val="tx1">
                    <a:tint val="82000"/>
                  </a:schemeClr>
                </a:solidFill>
              </a:defRPr>
            </a:lvl2pPr>
            <a:lvl3pPr marL="323972" indent="0">
              <a:buNone/>
              <a:defRPr sz="638">
                <a:solidFill>
                  <a:schemeClr val="tx1">
                    <a:tint val="82000"/>
                  </a:schemeClr>
                </a:solidFill>
              </a:defRPr>
            </a:lvl3pPr>
            <a:lvl4pPr marL="485958" indent="0">
              <a:buNone/>
              <a:defRPr sz="567">
                <a:solidFill>
                  <a:schemeClr val="tx1">
                    <a:tint val="82000"/>
                  </a:schemeClr>
                </a:solidFill>
              </a:defRPr>
            </a:lvl4pPr>
            <a:lvl5pPr marL="647944" indent="0">
              <a:buNone/>
              <a:defRPr sz="567">
                <a:solidFill>
                  <a:schemeClr val="tx1">
                    <a:tint val="82000"/>
                  </a:schemeClr>
                </a:solidFill>
              </a:defRPr>
            </a:lvl5pPr>
            <a:lvl6pPr marL="809930" indent="0">
              <a:buNone/>
              <a:defRPr sz="567">
                <a:solidFill>
                  <a:schemeClr val="tx1">
                    <a:tint val="82000"/>
                  </a:schemeClr>
                </a:solidFill>
              </a:defRPr>
            </a:lvl6pPr>
            <a:lvl7pPr marL="971916" indent="0">
              <a:buNone/>
              <a:defRPr sz="567">
                <a:solidFill>
                  <a:schemeClr val="tx1">
                    <a:tint val="82000"/>
                  </a:schemeClr>
                </a:solidFill>
              </a:defRPr>
            </a:lvl7pPr>
            <a:lvl8pPr marL="1133902" indent="0">
              <a:buNone/>
              <a:defRPr sz="567">
                <a:solidFill>
                  <a:schemeClr val="tx1">
                    <a:tint val="82000"/>
                  </a:schemeClr>
                </a:solidFill>
              </a:defRPr>
            </a:lvl8pPr>
            <a:lvl9pPr marL="1295888" indent="0">
              <a:buNone/>
              <a:defRPr sz="567">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2634830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22756" y="1533187"/>
            <a:ext cx="1377037" cy="365431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1640295" y="1533187"/>
            <a:ext cx="1377037" cy="365431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8B84453-BF71-934C-82EF-B248159F832B}" type="datetimeFigureOut">
              <a:rPr lang="fr-FR" smtClean="0"/>
              <a:t>25/01/2025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745784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23178" y="306639"/>
            <a:ext cx="2794576" cy="1113227"/>
          </a:xfrm>
        </p:spPr>
        <p:txBody>
          <a:bodyPr/>
          <a:lstStyle/>
          <a:p>
            <a:r>
              <a:rPr lang="fr-FR"/>
              <a:t>Modifiez le style du titre</a:t>
            </a:r>
            <a:endParaRPr lang="en-US" dirty="0"/>
          </a:p>
        </p:txBody>
      </p:sp>
      <p:sp>
        <p:nvSpPr>
          <p:cNvPr id="3" name="Text Placeholder 2"/>
          <p:cNvSpPr>
            <a:spLocks noGrp="1"/>
          </p:cNvSpPr>
          <p:nvPr>
            <p:ph type="body" idx="1"/>
          </p:nvPr>
        </p:nvSpPr>
        <p:spPr>
          <a:xfrm>
            <a:off x="223178" y="1411865"/>
            <a:ext cx="1370709" cy="691934"/>
          </a:xfrm>
        </p:spPr>
        <p:txBody>
          <a:bodyPr anchor="b"/>
          <a:lstStyle>
            <a:lvl1pPr marL="0" indent="0">
              <a:buNone/>
              <a:defRPr sz="850" b="1"/>
            </a:lvl1pPr>
            <a:lvl2pPr marL="161986" indent="0">
              <a:buNone/>
              <a:defRPr sz="709" b="1"/>
            </a:lvl2pPr>
            <a:lvl3pPr marL="323972" indent="0">
              <a:buNone/>
              <a:defRPr sz="638" b="1"/>
            </a:lvl3pPr>
            <a:lvl4pPr marL="485958" indent="0">
              <a:buNone/>
              <a:defRPr sz="567" b="1"/>
            </a:lvl4pPr>
            <a:lvl5pPr marL="647944" indent="0">
              <a:buNone/>
              <a:defRPr sz="567" b="1"/>
            </a:lvl5pPr>
            <a:lvl6pPr marL="809930" indent="0">
              <a:buNone/>
              <a:defRPr sz="567" b="1"/>
            </a:lvl6pPr>
            <a:lvl7pPr marL="971916" indent="0">
              <a:buNone/>
              <a:defRPr sz="567" b="1"/>
            </a:lvl7pPr>
            <a:lvl8pPr marL="1133902" indent="0">
              <a:buNone/>
              <a:defRPr sz="567" b="1"/>
            </a:lvl8pPr>
            <a:lvl9pPr marL="1295888" indent="0">
              <a:buNone/>
              <a:defRPr sz="567" b="1"/>
            </a:lvl9pPr>
          </a:lstStyle>
          <a:p>
            <a:pPr lvl="0"/>
            <a:r>
              <a:rPr lang="fr-FR"/>
              <a:t>Cliquez pour modifier les styles du texte du masque</a:t>
            </a:r>
          </a:p>
        </p:txBody>
      </p:sp>
      <p:sp>
        <p:nvSpPr>
          <p:cNvPr id="4" name="Content Placeholder 3"/>
          <p:cNvSpPr>
            <a:spLocks noGrp="1"/>
          </p:cNvSpPr>
          <p:nvPr>
            <p:ph sz="half" idx="2"/>
          </p:nvPr>
        </p:nvSpPr>
        <p:spPr>
          <a:xfrm>
            <a:off x="223178" y="2103799"/>
            <a:ext cx="1370709" cy="30943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1640295" y="1411865"/>
            <a:ext cx="1377459" cy="691934"/>
          </a:xfrm>
        </p:spPr>
        <p:txBody>
          <a:bodyPr anchor="b"/>
          <a:lstStyle>
            <a:lvl1pPr marL="0" indent="0">
              <a:buNone/>
              <a:defRPr sz="850" b="1"/>
            </a:lvl1pPr>
            <a:lvl2pPr marL="161986" indent="0">
              <a:buNone/>
              <a:defRPr sz="709" b="1"/>
            </a:lvl2pPr>
            <a:lvl3pPr marL="323972" indent="0">
              <a:buNone/>
              <a:defRPr sz="638" b="1"/>
            </a:lvl3pPr>
            <a:lvl4pPr marL="485958" indent="0">
              <a:buNone/>
              <a:defRPr sz="567" b="1"/>
            </a:lvl4pPr>
            <a:lvl5pPr marL="647944" indent="0">
              <a:buNone/>
              <a:defRPr sz="567" b="1"/>
            </a:lvl5pPr>
            <a:lvl6pPr marL="809930" indent="0">
              <a:buNone/>
              <a:defRPr sz="567" b="1"/>
            </a:lvl6pPr>
            <a:lvl7pPr marL="971916" indent="0">
              <a:buNone/>
              <a:defRPr sz="567" b="1"/>
            </a:lvl7pPr>
            <a:lvl8pPr marL="1133902" indent="0">
              <a:buNone/>
              <a:defRPr sz="567" b="1"/>
            </a:lvl8pPr>
            <a:lvl9pPr marL="1295888" indent="0">
              <a:buNone/>
              <a:defRPr sz="567" b="1"/>
            </a:lvl9pPr>
          </a:lstStyle>
          <a:p>
            <a:pPr lvl="0"/>
            <a:r>
              <a:rPr lang="fr-FR"/>
              <a:t>Cliquez pour modifier les styles du texte du masque</a:t>
            </a:r>
          </a:p>
        </p:txBody>
      </p:sp>
      <p:sp>
        <p:nvSpPr>
          <p:cNvPr id="6" name="Content Placeholder 5"/>
          <p:cNvSpPr>
            <a:spLocks noGrp="1"/>
          </p:cNvSpPr>
          <p:nvPr>
            <p:ph sz="quarter" idx="4"/>
          </p:nvPr>
        </p:nvSpPr>
        <p:spPr>
          <a:xfrm>
            <a:off x="1640295" y="2103799"/>
            <a:ext cx="1377459" cy="30943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8B84453-BF71-934C-82EF-B248159F832B}" type="datetimeFigureOut">
              <a:rPr lang="fr-FR" smtClean="0"/>
              <a:t>25/01/2025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2041647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8B84453-BF71-934C-82EF-B248159F832B}" type="datetimeFigureOut">
              <a:rPr lang="fr-FR" smtClean="0"/>
              <a:t>25/01/2025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1052719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84453-BF71-934C-82EF-B248159F832B}" type="datetimeFigureOut">
              <a:rPr lang="fr-FR" smtClean="0"/>
              <a:t>25/01/2025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617016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23178" y="383963"/>
            <a:ext cx="1045013" cy="1343872"/>
          </a:xfrm>
        </p:spPr>
        <p:txBody>
          <a:bodyPr anchor="b"/>
          <a:lstStyle>
            <a:lvl1pPr>
              <a:defRPr sz="1134"/>
            </a:lvl1pPr>
          </a:lstStyle>
          <a:p>
            <a:r>
              <a:rPr lang="fr-FR"/>
              <a:t>Modifiez le style du titre</a:t>
            </a:r>
            <a:endParaRPr lang="en-US" dirty="0"/>
          </a:p>
        </p:txBody>
      </p:sp>
      <p:sp>
        <p:nvSpPr>
          <p:cNvPr id="3" name="Content Placeholder 2"/>
          <p:cNvSpPr>
            <a:spLocks noGrp="1"/>
          </p:cNvSpPr>
          <p:nvPr>
            <p:ph idx="1"/>
          </p:nvPr>
        </p:nvSpPr>
        <p:spPr>
          <a:xfrm>
            <a:off x="1377459" y="829256"/>
            <a:ext cx="1640295" cy="4092942"/>
          </a:xfrm>
        </p:spPr>
        <p:txBody>
          <a:bodyPr/>
          <a:lstStyle>
            <a:lvl1pPr>
              <a:defRPr sz="1134"/>
            </a:lvl1pPr>
            <a:lvl2pPr>
              <a:defRPr sz="992"/>
            </a:lvl2pPr>
            <a:lvl3pPr>
              <a:defRPr sz="850"/>
            </a:lvl3pPr>
            <a:lvl4pPr>
              <a:defRPr sz="709"/>
            </a:lvl4pPr>
            <a:lvl5pPr>
              <a:defRPr sz="709"/>
            </a:lvl5pPr>
            <a:lvl6pPr>
              <a:defRPr sz="709"/>
            </a:lvl6pPr>
            <a:lvl7pPr>
              <a:defRPr sz="709"/>
            </a:lvl7pPr>
            <a:lvl8pPr>
              <a:defRPr sz="709"/>
            </a:lvl8pPr>
            <a:lvl9pPr>
              <a:defRPr sz="70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23178" y="1727835"/>
            <a:ext cx="1045013" cy="3201028"/>
          </a:xfrm>
        </p:spPr>
        <p:txBody>
          <a:bodyPr/>
          <a:lstStyle>
            <a:lvl1pPr marL="0" indent="0">
              <a:buNone/>
              <a:defRPr sz="567"/>
            </a:lvl1pPr>
            <a:lvl2pPr marL="161986" indent="0">
              <a:buNone/>
              <a:defRPr sz="496"/>
            </a:lvl2pPr>
            <a:lvl3pPr marL="323972" indent="0">
              <a:buNone/>
              <a:defRPr sz="425"/>
            </a:lvl3pPr>
            <a:lvl4pPr marL="485958" indent="0">
              <a:buNone/>
              <a:defRPr sz="354"/>
            </a:lvl4pPr>
            <a:lvl5pPr marL="647944" indent="0">
              <a:buNone/>
              <a:defRPr sz="354"/>
            </a:lvl5pPr>
            <a:lvl6pPr marL="809930" indent="0">
              <a:buNone/>
              <a:defRPr sz="354"/>
            </a:lvl6pPr>
            <a:lvl7pPr marL="971916" indent="0">
              <a:buNone/>
              <a:defRPr sz="354"/>
            </a:lvl7pPr>
            <a:lvl8pPr marL="1133902" indent="0">
              <a:buNone/>
              <a:defRPr sz="354"/>
            </a:lvl8pPr>
            <a:lvl9pPr marL="1295888" indent="0">
              <a:buNone/>
              <a:defRPr sz="35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8B84453-BF71-934C-82EF-B248159F832B}" type="datetimeFigureOut">
              <a:rPr lang="fr-FR" smtClean="0"/>
              <a:t>25/01/2025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464158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23178" y="383963"/>
            <a:ext cx="1045013" cy="1343872"/>
          </a:xfrm>
        </p:spPr>
        <p:txBody>
          <a:bodyPr anchor="b"/>
          <a:lstStyle>
            <a:lvl1pPr>
              <a:defRPr sz="1134"/>
            </a:lvl1pPr>
          </a:lstStyle>
          <a:p>
            <a:r>
              <a:rPr lang="fr-FR"/>
              <a:t>Modifiez le style du titre</a:t>
            </a:r>
            <a:endParaRPr lang="en-US" dirty="0"/>
          </a:p>
        </p:txBody>
      </p:sp>
      <p:sp>
        <p:nvSpPr>
          <p:cNvPr id="3" name="Picture Placeholder 2"/>
          <p:cNvSpPr>
            <a:spLocks noGrp="1" noChangeAspect="1"/>
          </p:cNvSpPr>
          <p:nvPr>
            <p:ph type="pic" idx="1"/>
          </p:nvPr>
        </p:nvSpPr>
        <p:spPr>
          <a:xfrm>
            <a:off x="1377459" y="829256"/>
            <a:ext cx="1640295" cy="4092942"/>
          </a:xfrm>
        </p:spPr>
        <p:txBody>
          <a:bodyPr anchor="t"/>
          <a:lstStyle>
            <a:lvl1pPr marL="0" indent="0">
              <a:buNone/>
              <a:defRPr sz="1134"/>
            </a:lvl1pPr>
            <a:lvl2pPr marL="161986" indent="0">
              <a:buNone/>
              <a:defRPr sz="992"/>
            </a:lvl2pPr>
            <a:lvl3pPr marL="323972" indent="0">
              <a:buNone/>
              <a:defRPr sz="850"/>
            </a:lvl3pPr>
            <a:lvl4pPr marL="485958" indent="0">
              <a:buNone/>
              <a:defRPr sz="709"/>
            </a:lvl4pPr>
            <a:lvl5pPr marL="647944" indent="0">
              <a:buNone/>
              <a:defRPr sz="709"/>
            </a:lvl5pPr>
            <a:lvl6pPr marL="809930" indent="0">
              <a:buNone/>
              <a:defRPr sz="709"/>
            </a:lvl6pPr>
            <a:lvl7pPr marL="971916" indent="0">
              <a:buNone/>
              <a:defRPr sz="709"/>
            </a:lvl7pPr>
            <a:lvl8pPr marL="1133902" indent="0">
              <a:buNone/>
              <a:defRPr sz="709"/>
            </a:lvl8pPr>
            <a:lvl9pPr marL="1295888" indent="0">
              <a:buNone/>
              <a:defRPr sz="709"/>
            </a:lvl9pPr>
          </a:lstStyle>
          <a:p>
            <a:r>
              <a:rPr lang="fr-FR"/>
              <a:t>Cliquez sur l'icône pour ajouter une image</a:t>
            </a:r>
            <a:endParaRPr lang="en-US" dirty="0"/>
          </a:p>
        </p:txBody>
      </p:sp>
      <p:sp>
        <p:nvSpPr>
          <p:cNvPr id="4" name="Text Placeholder 3"/>
          <p:cNvSpPr>
            <a:spLocks noGrp="1"/>
          </p:cNvSpPr>
          <p:nvPr>
            <p:ph type="body" sz="half" idx="2"/>
          </p:nvPr>
        </p:nvSpPr>
        <p:spPr>
          <a:xfrm>
            <a:off x="223178" y="1727835"/>
            <a:ext cx="1045013" cy="3201028"/>
          </a:xfrm>
        </p:spPr>
        <p:txBody>
          <a:bodyPr/>
          <a:lstStyle>
            <a:lvl1pPr marL="0" indent="0">
              <a:buNone/>
              <a:defRPr sz="567"/>
            </a:lvl1pPr>
            <a:lvl2pPr marL="161986" indent="0">
              <a:buNone/>
              <a:defRPr sz="496"/>
            </a:lvl2pPr>
            <a:lvl3pPr marL="323972" indent="0">
              <a:buNone/>
              <a:defRPr sz="425"/>
            </a:lvl3pPr>
            <a:lvl4pPr marL="485958" indent="0">
              <a:buNone/>
              <a:defRPr sz="354"/>
            </a:lvl4pPr>
            <a:lvl5pPr marL="647944" indent="0">
              <a:buNone/>
              <a:defRPr sz="354"/>
            </a:lvl5pPr>
            <a:lvl6pPr marL="809930" indent="0">
              <a:buNone/>
              <a:defRPr sz="354"/>
            </a:lvl6pPr>
            <a:lvl7pPr marL="971916" indent="0">
              <a:buNone/>
              <a:defRPr sz="354"/>
            </a:lvl7pPr>
            <a:lvl8pPr marL="1133902" indent="0">
              <a:buNone/>
              <a:defRPr sz="354"/>
            </a:lvl8pPr>
            <a:lvl9pPr marL="1295888" indent="0">
              <a:buNone/>
              <a:defRPr sz="35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8B84453-BF71-934C-82EF-B248159F832B}" type="datetimeFigureOut">
              <a:rPr lang="fr-FR" smtClean="0"/>
              <a:t>25/01/2025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479394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166491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688" y="306637"/>
            <a:ext cx="698644" cy="488086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22756" y="306637"/>
            <a:ext cx="2055431" cy="488086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54759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56" y="306639"/>
            <a:ext cx="2794576" cy="1113227"/>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22756" y="1533187"/>
            <a:ext cx="2794576" cy="365431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222756" y="5338158"/>
            <a:ext cx="729020" cy="306637"/>
          </a:xfrm>
          <a:prstGeom prst="rect">
            <a:avLst/>
          </a:prstGeom>
        </p:spPr>
        <p:txBody>
          <a:bodyPr vert="horz" lIns="91440" tIns="45720" rIns="91440" bIns="45720" rtlCol="0" anchor="ctr"/>
          <a:lstStyle>
            <a:lvl1pPr algn="l">
              <a:defRPr sz="425">
                <a:solidFill>
                  <a:schemeClr val="tx1">
                    <a:tint val="82000"/>
                  </a:schemeClr>
                </a:solidFill>
              </a:defRPr>
            </a:lvl1pPr>
          </a:lstStyle>
          <a:p>
            <a:fld id="{58B84453-BF71-934C-82EF-B248159F832B}" type="datetimeFigureOut">
              <a:rPr lang="fr-FR" smtClean="0"/>
              <a:t>25/01/2025</a:t>
            </a:fld>
            <a:endParaRPr lang="fr-FR"/>
          </a:p>
        </p:txBody>
      </p:sp>
      <p:sp>
        <p:nvSpPr>
          <p:cNvPr id="5" name="Footer Placeholder 4"/>
          <p:cNvSpPr>
            <a:spLocks noGrp="1"/>
          </p:cNvSpPr>
          <p:nvPr>
            <p:ph type="ftr" sz="quarter" idx="3"/>
          </p:nvPr>
        </p:nvSpPr>
        <p:spPr>
          <a:xfrm>
            <a:off x="1073279" y="5338158"/>
            <a:ext cx="1093530" cy="306637"/>
          </a:xfrm>
          <a:prstGeom prst="rect">
            <a:avLst/>
          </a:prstGeom>
        </p:spPr>
        <p:txBody>
          <a:bodyPr vert="horz" lIns="91440" tIns="45720" rIns="91440" bIns="45720" rtlCol="0" anchor="ctr"/>
          <a:lstStyle>
            <a:lvl1pPr algn="ctr">
              <a:defRPr sz="425">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2288312" y="5338158"/>
            <a:ext cx="729020" cy="306637"/>
          </a:xfrm>
          <a:prstGeom prst="rect">
            <a:avLst/>
          </a:prstGeom>
        </p:spPr>
        <p:txBody>
          <a:bodyPr vert="horz" lIns="91440" tIns="45720" rIns="91440" bIns="45720" rtlCol="0" anchor="ctr"/>
          <a:lstStyle>
            <a:lvl1pPr algn="r">
              <a:defRPr sz="425">
                <a:solidFill>
                  <a:schemeClr val="tx1">
                    <a:tint val="82000"/>
                  </a:schemeClr>
                </a:solidFill>
              </a:defRPr>
            </a:lvl1pPr>
          </a:lstStyle>
          <a:p>
            <a:fld id="{01FD0D64-3E24-D346-9872-712880F66F80}" type="slidenum">
              <a:rPr lang="fr-FR" smtClean="0"/>
              <a:t>‹N°›</a:t>
            </a:fld>
            <a:endParaRPr lang="fr-FR"/>
          </a:p>
        </p:txBody>
      </p:sp>
    </p:spTree>
    <p:extLst>
      <p:ext uri="{BB962C8B-B14F-4D97-AF65-F5344CB8AC3E}">
        <p14:creationId xmlns:p14="http://schemas.microsoft.com/office/powerpoint/2010/main" val="2189857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3972" rtl="0" eaLnBrk="1" latinLnBrk="0" hangingPunct="1">
        <a:lnSpc>
          <a:spcPct val="90000"/>
        </a:lnSpc>
        <a:spcBef>
          <a:spcPct val="0"/>
        </a:spcBef>
        <a:buNone/>
        <a:defRPr sz="1559" kern="1200">
          <a:solidFill>
            <a:schemeClr val="tx1"/>
          </a:solidFill>
          <a:latin typeface="+mj-lt"/>
          <a:ea typeface="+mj-ea"/>
          <a:cs typeface="+mj-cs"/>
        </a:defRPr>
      </a:lvl1pPr>
    </p:titleStyle>
    <p:bodyStyle>
      <a:lvl1pPr marL="80993" indent="-80993" algn="l" defTabSz="323972" rtl="0" eaLnBrk="1" latinLnBrk="0" hangingPunct="1">
        <a:lnSpc>
          <a:spcPct val="90000"/>
        </a:lnSpc>
        <a:spcBef>
          <a:spcPts val="354"/>
        </a:spcBef>
        <a:buFont typeface="Arial" panose="020B0604020202020204" pitchFamily="34" charset="0"/>
        <a:buChar char="•"/>
        <a:defRPr sz="992" kern="1200">
          <a:solidFill>
            <a:schemeClr val="tx1"/>
          </a:solidFill>
          <a:latin typeface="+mn-lt"/>
          <a:ea typeface="+mn-ea"/>
          <a:cs typeface="+mn-cs"/>
        </a:defRPr>
      </a:lvl1pPr>
      <a:lvl2pPr marL="242979" indent="-80993" algn="l" defTabSz="323972" rtl="0" eaLnBrk="1" latinLnBrk="0" hangingPunct="1">
        <a:lnSpc>
          <a:spcPct val="90000"/>
        </a:lnSpc>
        <a:spcBef>
          <a:spcPts val="177"/>
        </a:spcBef>
        <a:buFont typeface="Arial" panose="020B0604020202020204" pitchFamily="34" charset="0"/>
        <a:buChar char="•"/>
        <a:defRPr sz="850" kern="1200">
          <a:solidFill>
            <a:schemeClr val="tx1"/>
          </a:solidFill>
          <a:latin typeface="+mn-lt"/>
          <a:ea typeface="+mn-ea"/>
          <a:cs typeface="+mn-cs"/>
        </a:defRPr>
      </a:lvl2pPr>
      <a:lvl3pPr marL="404965" indent="-80993" algn="l" defTabSz="323972" rtl="0" eaLnBrk="1" latinLnBrk="0" hangingPunct="1">
        <a:lnSpc>
          <a:spcPct val="90000"/>
        </a:lnSpc>
        <a:spcBef>
          <a:spcPts val="177"/>
        </a:spcBef>
        <a:buFont typeface="Arial" panose="020B0604020202020204" pitchFamily="34" charset="0"/>
        <a:buChar char="•"/>
        <a:defRPr sz="709" kern="1200">
          <a:solidFill>
            <a:schemeClr val="tx1"/>
          </a:solidFill>
          <a:latin typeface="+mn-lt"/>
          <a:ea typeface="+mn-ea"/>
          <a:cs typeface="+mn-cs"/>
        </a:defRPr>
      </a:lvl3pPr>
      <a:lvl4pPr marL="566951"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4pPr>
      <a:lvl5pPr marL="728937"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5pPr>
      <a:lvl6pPr marL="890923"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6pPr>
      <a:lvl7pPr marL="1052909"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7pPr>
      <a:lvl8pPr marL="1214895"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8pPr>
      <a:lvl9pPr marL="1376881"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9pPr>
    </p:bodyStyle>
    <p:otherStyle>
      <a:defPPr>
        <a:defRPr lang="en-US"/>
      </a:defPPr>
      <a:lvl1pPr marL="0" algn="l" defTabSz="323972" rtl="0" eaLnBrk="1" latinLnBrk="0" hangingPunct="1">
        <a:defRPr sz="638" kern="1200">
          <a:solidFill>
            <a:schemeClr val="tx1"/>
          </a:solidFill>
          <a:latin typeface="+mn-lt"/>
          <a:ea typeface="+mn-ea"/>
          <a:cs typeface="+mn-cs"/>
        </a:defRPr>
      </a:lvl1pPr>
      <a:lvl2pPr marL="161986" algn="l" defTabSz="323972" rtl="0" eaLnBrk="1" latinLnBrk="0" hangingPunct="1">
        <a:defRPr sz="638" kern="1200">
          <a:solidFill>
            <a:schemeClr val="tx1"/>
          </a:solidFill>
          <a:latin typeface="+mn-lt"/>
          <a:ea typeface="+mn-ea"/>
          <a:cs typeface="+mn-cs"/>
        </a:defRPr>
      </a:lvl2pPr>
      <a:lvl3pPr marL="323972" algn="l" defTabSz="323972" rtl="0" eaLnBrk="1" latinLnBrk="0" hangingPunct="1">
        <a:defRPr sz="638" kern="1200">
          <a:solidFill>
            <a:schemeClr val="tx1"/>
          </a:solidFill>
          <a:latin typeface="+mn-lt"/>
          <a:ea typeface="+mn-ea"/>
          <a:cs typeface="+mn-cs"/>
        </a:defRPr>
      </a:lvl3pPr>
      <a:lvl4pPr marL="485958" algn="l" defTabSz="323972" rtl="0" eaLnBrk="1" latinLnBrk="0" hangingPunct="1">
        <a:defRPr sz="638" kern="1200">
          <a:solidFill>
            <a:schemeClr val="tx1"/>
          </a:solidFill>
          <a:latin typeface="+mn-lt"/>
          <a:ea typeface="+mn-ea"/>
          <a:cs typeface="+mn-cs"/>
        </a:defRPr>
      </a:lvl4pPr>
      <a:lvl5pPr marL="647944" algn="l" defTabSz="323972" rtl="0" eaLnBrk="1" latinLnBrk="0" hangingPunct="1">
        <a:defRPr sz="638" kern="1200">
          <a:solidFill>
            <a:schemeClr val="tx1"/>
          </a:solidFill>
          <a:latin typeface="+mn-lt"/>
          <a:ea typeface="+mn-ea"/>
          <a:cs typeface="+mn-cs"/>
        </a:defRPr>
      </a:lvl5pPr>
      <a:lvl6pPr marL="809930" algn="l" defTabSz="323972" rtl="0" eaLnBrk="1" latinLnBrk="0" hangingPunct="1">
        <a:defRPr sz="638" kern="1200">
          <a:solidFill>
            <a:schemeClr val="tx1"/>
          </a:solidFill>
          <a:latin typeface="+mn-lt"/>
          <a:ea typeface="+mn-ea"/>
          <a:cs typeface="+mn-cs"/>
        </a:defRPr>
      </a:lvl6pPr>
      <a:lvl7pPr marL="971916" algn="l" defTabSz="323972" rtl="0" eaLnBrk="1" latinLnBrk="0" hangingPunct="1">
        <a:defRPr sz="638" kern="1200">
          <a:solidFill>
            <a:schemeClr val="tx1"/>
          </a:solidFill>
          <a:latin typeface="+mn-lt"/>
          <a:ea typeface="+mn-ea"/>
          <a:cs typeface="+mn-cs"/>
        </a:defRPr>
      </a:lvl7pPr>
      <a:lvl8pPr marL="1133902" algn="l" defTabSz="323972" rtl="0" eaLnBrk="1" latinLnBrk="0" hangingPunct="1">
        <a:defRPr sz="638" kern="1200">
          <a:solidFill>
            <a:schemeClr val="tx1"/>
          </a:solidFill>
          <a:latin typeface="+mn-lt"/>
          <a:ea typeface="+mn-ea"/>
          <a:cs typeface="+mn-cs"/>
        </a:defRPr>
      </a:lvl8pPr>
      <a:lvl9pPr marL="1295888" algn="l" defTabSz="323972" rtl="0" eaLnBrk="1" latinLnBrk="0" hangingPunct="1">
        <a:defRPr sz="63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73BD38B-74D9-D665-1AA5-E37529A47471}"/>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362654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F8C65-F2D5-4B9B-5FA0-C0160F488FD0}"/>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97784E17-68E7-D7B7-2612-366EBC54DB3B}"/>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8B792C27-D7CF-5034-1664-8FED5C86DEB2}"/>
              </a:ext>
            </a:extLst>
          </p:cNvPr>
          <p:cNvSpPr txBox="1"/>
          <p:nvPr/>
        </p:nvSpPr>
        <p:spPr>
          <a:xfrm>
            <a:off x="106929" y="161429"/>
            <a:ext cx="3026229" cy="5509200"/>
          </a:xfrm>
          <a:prstGeom prst="rect">
            <a:avLst/>
          </a:prstGeom>
          <a:blipFill dpi="0" rotWithShape="1">
            <a:blip r:embed="rId3">
              <a:alphaModFix amt="51260"/>
            </a:blip>
            <a:srcRect/>
            <a:tile tx="0" ty="0" sx="100000" sy="100000" flip="none" algn="tl"/>
          </a:blipFill>
          <a:effectLst>
            <a:outerShdw blurRad="50800" dist="50800" dir="5400000" algn="ctr" rotWithShape="0">
              <a:schemeClr val="tx1"/>
            </a:outerShdw>
          </a:effectLst>
        </p:spPr>
        <p:txBody>
          <a:bodyPr wrap="square" rtlCol="0">
            <a:spAutoFit/>
          </a:bodyPr>
          <a:lstStyle/>
          <a:p>
            <a:pPr>
              <a:buFont typeface="Arial" panose="020B0604020202020204" pitchFamily="34" charset="0"/>
              <a:buChar char="•"/>
            </a:pPr>
            <a:r>
              <a:rPr lang="fr-RE" sz="1600" b="1" dirty="0">
                <a:solidFill>
                  <a:srgbClr val="000000"/>
                </a:solidFill>
                <a:effectLst/>
                <a:latin typeface="Courier New" panose="02070309020205020404" pitchFamily="49" charset="0"/>
              </a:rPr>
              <a:t>Règles</a:t>
            </a:r>
            <a:r>
              <a:rPr lang="fr-RE" sz="1600" dirty="0">
                <a:solidFill>
                  <a:srgbClr val="000000"/>
                </a:solidFill>
                <a:effectLst/>
                <a:latin typeface="Courier New" panose="02070309020205020404" pitchFamily="49" charset="0"/>
              </a:rPr>
              <a:t> :</a:t>
            </a:r>
          </a:p>
          <a:p>
            <a:r>
              <a:rPr lang="fr-RE" sz="1600" dirty="0">
                <a:solidFill>
                  <a:srgbClr val="000000"/>
                </a:solidFill>
                <a:effectLst/>
                <a:latin typeface="Courier New" panose="02070309020205020404" pitchFamily="49" charset="0"/>
              </a:rPr>
              <a:t>1.</a:t>
            </a:r>
            <a:r>
              <a:rPr lang="fr-RE" sz="1600" dirty="0">
                <a:solidFill>
                  <a:srgbClr val="000000"/>
                </a:solidFill>
                <a:effectLst/>
                <a:latin typeface="Times New Roman" panose="02020603050405020304" pitchFamily="18" charset="0"/>
              </a:rPr>
              <a:t>  </a:t>
            </a:r>
            <a:r>
              <a:rPr lang="fr-RE" sz="1600" dirty="0">
                <a:solidFill>
                  <a:srgbClr val="000000"/>
                </a:solidFill>
                <a:effectLst/>
                <a:latin typeface="Courier New" panose="02070309020205020404" pitchFamily="49" charset="0"/>
              </a:rPr>
              <a:t>Les cartes sont mélangées et réparties face cachée. « sauf carte étoile » </a:t>
            </a:r>
          </a:p>
          <a:p>
            <a:r>
              <a:rPr lang="fr-RE" sz="1600" dirty="0">
                <a:solidFill>
                  <a:srgbClr val="000000"/>
                </a:solidFill>
                <a:effectLst/>
                <a:latin typeface="Courier New" panose="02070309020205020404" pitchFamily="49" charset="0"/>
              </a:rPr>
              <a:t> </a:t>
            </a:r>
          </a:p>
          <a:p>
            <a:r>
              <a:rPr lang="fr-RE" sz="1600" dirty="0">
                <a:solidFill>
                  <a:srgbClr val="000000"/>
                </a:solidFill>
                <a:effectLst/>
                <a:latin typeface="Courier New" panose="02070309020205020404" pitchFamily="49" charset="0"/>
              </a:rPr>
              <a:t>2.</a:t>
            </a:r>
            <a:r>
              <a:rPr lang="fr-RE" sz="1600" dirty="0">
                <a:solidFill>
                  <a:srgbClr val="000000"/>
                </a:solidFill>
                <a:effectLst/>
                <a:latin typeface="Times New Roman" panose="02020603050405020304" pitchFamily="18" charset="0"/>
              </a:rPr>
              <a:t>  </a:t>
            </a:r>
            <a:r>
              <a:rPr lang="fr-RE" sz="1600" dirty="0">
                <a:solidFill>
                  <a:srgbClr val="000000"/>
                </a:solidFill>
                <a:effectLst/>
                <a:latin typeface="Courier New" panose="02070309020205020404" pitchFamily="49" charset="0"/>
              </a:rPr>
              <a:t>Chaque joueur retourne deux cartes. Si les cartes font un match (élément + description), le joueur les garde.</a:t>
            </a:r>
          </a:p>
          <a:p>
            <a:endParaRPr lang="fr-RE" sz="1600" dirty="0">
              <a:solidFill>
                <a:srgbClr val="000000"/>
              </a:solidFill>
              <a:effectLst/>
              <a:latin typeface="Courier New" panose="02070309020205020404" pitchFamily="49" charset="0"/>
            </a:endParaRPr>
          </a:p>
          <a:p>
            <a:r>
              <a:rPr lang="fr-RE" sz="1600" dirty="0">
                <a:solidFill>
                  <a:srgbClr val="000000"/>
                </a:solidFill>
                <a:effectLst/>
                <a:latin typeface="Courier New" panose="02070309020205020404" pitchFamily="49" charset="0"/>
              </a:rPr>
              <a:t>3.</a:t>
            </a:r>
            <a:r>
              <a:rPr lang="fr-RE" sz="1600" dirty="0">
                <a:solidFill>
                  <a:srgbClr val="000000"/>
                </a:solidFill>
                <a:effectLst/>
                <a:latin typeface="Times New Roman" panose="02020603050405020304" pitchFamily="18" charset="0"/>
              </a:rPr>
              <a:t>  </a:t>
            </a:r>
            <a:r>
              <a:rPr lang="fr-RE" sz="1600" dirty="0">
                <a:solidFill>
                  <a:srgbClr val="000000"/>
                </a:solidFill>
                <a:effectLst/>
                <a:latin typeface="Courier New" panose="02070309020205020404" pitchFamily="49" charset="0"/>
              </a:rPr>
              <a:t>Le jeu continue jusqu'à ce que toutes les cartes soient apparues.</a:t>
            </a:r>
          </a:p>
          <a:p>
            <a:endParaRPr lang="fr-RE" sz="1600" dirty="0">
              <a:solidFill>
                <a:srgbClr val="000000"/>
              </a:solidFill>
              <a:effectLst/>
              <a:latin typeface="Courier New" panose="02070309020205020404" pitchFamily="49" charset="0"/>
            </a:endParaRPr>
          </a:p>
          <a:p>
            <a:r>
              <a:rPr lang="fr-RE" sz="1600" dirty="0">
                <a:solidFill>
                  <a:srgbClr val="000000"/>
                </a:solidFill>
                <a:effectLst/>
                <a:latin typeface="Courier New" panose="02070309020205020404" pitchFamily="49" charset="0"/>
              </a:rPr>
              <a:t>4.</a:t>
            </a:r>
            <a:r>
              <a:rPr lang="fr-RE" sz="1600" dirty="0">
                <a:solidFill>
                  <a:srgbClr val="000000"/>
                </a:solidFill>
                <a:effectLst/>
                <a:latin typeface="Times New Roman" panose="02020603050405020304" pitchFamily="18" charset="0"/>
              </a:rPr>
              <a:t>  </a:t>
            </a:r>
            <a:r>
              <a:rPr lang="fr-RE" sz="1600" dirty="0">
                <a:solidFill>
                  <a:srgbClr val="000000"/>
                </a:solidFill>
                <a:effectLst/>
                <a:latin typeface="Courier New" panose="02070309020205020404" pitchFamily="49" charset="0"/>
              </a:rPr>
              <a:t>Une fois toute les cartes retourné, prendre la carte étoile.</a:t>
            </a:r>
          </a:p>
        </p:txBody>
      </p:sp>
    </p:spTree>
    <p:extLst>
      <p:ext uri="{BB962C8B-B14F-4D97-AF65-F5344CB8AC3E}">
        <p14:creationId xmlns:p14="http://schemas.microsoft.com/office/powerpoint/2010/main" val="708808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40DE-FD55-7A35-4A29-E19085146E3A}"/>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8048F293-5FB7-DC0B-CD44-895DE0E99250}"/>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98566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6DADF186-55C1-BF5D-BC2F-9851D9D850CC}"/>
              </a:ext>
            </a:extLst>
          </p:cNvPr>
          <p:cNvPicPr>
            <a:picLocks noChangeAspect="1"/>
          </p:cNvPicPr>
          <p:nvPr/>
        </p:nvPicPr>
        <p:blipFill>
          <a:blip r:embed="rId2"/>
          <a:stretch>
            <a:fillRect/>
          </a:stretch>
        </p:blipFill>
        <p:spPr>
          <a:xfrm>
            <a:off x="794" y="3175"/>
            <a:ext cx="3238500" cy="5753100"/>
          </a:xfrm>
          <a:prstGeom prst="rect">
            <a:avLst/>
          </a:prstGeom>
        </p:spPr>
      </p:pic>
    </p:spTree>
    <p:extLst>
      <p:ext uri="{BB962C8B-B14F-4D97-AF65-F5344CB8AC3E}">
        <p14:creationId xmlns:p14="http://schemas.microsoft.com/office/powerpoint/2010/main" val="1559136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82EF0-6B7D-F459-933F-228DDCD0A4C9}"/>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E9609C5-A529-C4C0-CA22-AD05CF8EFB52}"/>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3016039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53C1FFE-F67A-D42E-D6C4-6D5172BAD4D4}"/>
              </a:ext>
            </a:extLst>
          </p:cNvPr>
          <p:cNvPicPr>
            <a:picLocks noChangeAspect="1"/>
          </p:cNvPicPr>
          <p:nvPr/>
        </p:nvPicPr>
        <p:blipFill>
          <a:blip r:embed="rId2"/>
          <a:stretch>
            <a:fillRect/>
          </a:stretch>
        </p:blipFill>
        <p:spPr>
          <a:xfrm>
            <a:off x="794" y="-3175"/>
            <a:ext cx="3238500" cy="5765800"/>
          </a:xfrm>
          <a:prstGeom prst="rect">
            <a:avLst/>
          </a:prstGeom>
        </p:spPr>
      </p:pic>
    </p:spTree>
    <p:extLst>
      <p:ext uri="{BB962C8B-B14F-4D97-AF65-F5344CB8AC3E}">
        <p14:creationId xmlns:p14="http://schemas.microsoft.com/office/powerpoint/2010/main" val="632915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6093E-3909-3E8B-E1CA-6A6D5FECE9C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1C70F2F6-9281-9707-EA50-29CFED53C793}"/>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421247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E9686C6-A03C-4EEB-5B21-C262DD0C25C4}"/>
              </a:ext>
            </a:extLst>
          </p:cNvPr>
          <p:cNvPicPr>
            <a:picLocks noChangeAspect="1"/>
          </p:cNvPicPr>
          <p:nvPr/>
        </p:nvPicPr>
        <p:blipFill>
          <a:blip r:embed="rId2"/>
          <a:stretch>
            <a:fillRect/>
          </a:stretch>
        </p:blipFill>
        <p:spPr>
          <a:xfrm>
            <a:off x="794" y="-3175"/>
            <a:ext cx="3238500" cy="5765800"/>
          </a:xfrm>
          <a:prstGeom prst="rect">
            <a:avLst/>
          </a:prstGeom>
        </p:spPr>
      </p:pic>
    </p:spTree>
    <p:extLst>
      <p:ext uri="{BB962C8B-B14F-4D97-AF65-F5344CB8AC3E}">
        <p14:creationId xmlns:p14="http://schemas.microsoft.com/office/powerpoint/2010/main" val="3260327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D34E2-3DB6-4289-5173-6415D8B322F3}"/>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82303D4B-8231-9954-D0BB-9CF408BD1E1F}"/>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233678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B272C4A-8F19-03BE-9A20-A7BA10617C3B}"/>
              </a:ext>
            </a:extLst>
          </p:cNvPr>
          <p:cNvPicPr>
            <a:picLocks noChangeAspect="1"/>
          </p:cNvPicPr>
          <p:nvPr/>
        </p:nvPicPr>
        <p:blipFill>
          <a:blip r:embed="rId2"/>
          <a:stretch>
            <a:fillRect/>
          </a:stretch>
        </p:blipFill>
        <p:spPr>
          <a:xfrm>
            <a:off x="794" y="-3175"/>
            <a:ext cx="3238500" cy="5765800"/>
          </a:xfrm>
          <a:prstGeom prst="rect">
            <a:avLst/>
          </a:prstGeom>
        </p:spPr>
      </p:pic>
    </p:spTree>
    <p:extLst>
      <p:ext uri="{BB962C8B-B14F-4D97-AF65-F5344CB8AC3E}">
        <p14:creationId xmlns:p14="http://schemas.microsoft.com/office/powerpoint/2010/main" val="2020699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4ED8-0CE0-7DEF-3411-7879C60416AB}"/>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EBE3A6E5-E268-7A73-53BD-7F4DF64DFC09}"/>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863910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C1F8723-7852-99D9-7983-0AC124D5F163}"/>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72C43A3D-0CF2-E7F4-1E1B-E6E10AB64AB0}"/>
              </a:ext>
            </a:extLst>
          </p:cNvPr>
          <p:cNvSpPr txBox="1"/>
          <p:nvPr/>
        </p:nvSpPr>
        <p:spPr>
          <a:xfrm>
            <a:off x="0" y="1589768"/>
            <a:ext cx="3418114" cy="2308324"/>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dirty="0">
                <a:effectLst>
                  <a:innerShdw blurRad="114300">
                    <a:prstClr val="black"/>
                  </a:innerShdw>
                </a:effectLst>
                <a:latin typeface="Helvetica Neue" panose="02000503000000020004" pitchFamily="2" charset="0"/>
              </a:rPr>
              <a:t>L'humidité joue un rôle crucial dans l'affinage des fromages, en influençant leur texture, leur saveur et leur apparence. joue un rôle crucial dans l'affinage des fromages, en influençant leur texture, leur saveur et leur apparence.</a:t>
            </a:r>
          </a:p>
        </p:txBody>
      </p:sp>
    </p:spTree>
    <p:extLst>
      <p:ext uri="{BB962C8B-B14F-4D97-AF65-F5344CB8AC3E}">
        <p14:creationId xmlns:p14="http://schemas.microsoft.com/office/powerpoint/2010/main" val="481795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5B53B-5437-BB64-DB2D-F24520E5FFCF}"/>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897150E2-F778-7848-BE4E-07F710797C5F}"/>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36892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084F6-54C6-29DB-15E5-767895AF37C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1C4B4889-CD9C-6818-6345-63FA58025982}"/>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DFC43590-4830-528C-4AA4-4B4E2E06BB0E}"/>
              </a:ext>
            </a:extLst>
          </p:cNvPr>
          <p:cNvSpPr txBox="1"/>
          <p:nvPr/>
        </p:nvSpPr>
        <p:spPr>
          <a:xfrm>
            <a:off x="106929" y="2141061"/>
            <a:ext cx="3026229" cy="1477328"/>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Le temps est un allié incontournable dans la maturation, permettant aux transformations biochimiques de s’opérer pleinement.</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1030801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40D5-D556-EC21-34A4-F4E22A22D070}"/>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03882BF5-A47C-ABD0-B97E-B55C4582A650}"/>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2543610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4397-0E0A-0EFA-4DB5-4F3B800E26B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A49E29D8-4E07-BF7F-0864-A06F6FFF0A19}"/>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449F16C5-2CC1-4AAD-FDE9-975A2140217D}"/>
              </a:ext>
            </a:extLst>
          </p:cNvPr>
          <p:cNvSpPr txBox="1"/>
          <p:nvPr/>
        </p:nvSpPr>
        <p:spPr>
          <a:xfrm>
            <a:off x="106929" y="2141061"/>
            <a:ext cx="3026229" cy="1477328"/>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La croûte est bien plus qu’une simple enveloppe : elle protège le fromage tout en participant activement à sa maturation.</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2406327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D6FD-0A03-785E-5EAD-E4D416E4122C}"/>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2503CE5C-D4FD-3329-37C0-68668F08F9A1}"/>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159849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E1AD5-8490-4A9A-7D16-2A051A4B6452}"/>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CCF4E3D-D2E0-78B1-6CC6-CDD02517623B}"/>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0928974D-3C04-CDBC-3F2E-38C05E80791E}"/>
              </a:ext>
            </a:extLst>
          </p:cNvPr>
          <p:cNvSpPr txBox="1"/>
          <p:nvPr/>
        </p:nvSpPr>
        <p:spPr>
          <a:xfrm>
            <a:off x="106929" y="2141061"/>
            <a:ext cx="3026229" cy="1477328"/>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Les bactéries, levures et moisissures sont les véritables artistes de l’affinage, transformant le fromage à l’échelle microscopique.</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72970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68CF-5780-E4BC-3FA5-15AE72E69CE1}"/>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E51EE849-CCC9-3E6E-458D-F187EC74467A}"/>
              </a:ext>
            </a:extLst>
          </p:cNvPr>
          <p:cNvPicPr>
            <a:picLocks noChangeAspect="1"/>
          </p:cNvPicPr>
          <p:nvPr/>
        </p:nvPicPr>
        <p:blipFill>
          <a:blip r:embed="rId2"/>
          <a:stretch>
            <a:fillRect/>
          </a:stretch>
        </p:blipFill>
        <p:spPr>
          <a:xfrm>
            <a:off x="-24606" y="-15875"/>
            <a:ext cx="3289300" cy="5791200"/>
          </a:xfrm>
          <a:prstGeom prst="rect">
            <a:avLst/>
          </a:prstGeom>
        </p:spPr>
      </p:pic>
      <p:sp>
        <p:nvSpPr>
          <p:cNvPr id="2" name="Étoile à 5 branches 1">
            <a:extLst>
              <a:ext uri="{FF2B5EF4-FFF2-40B4-BE49-F238E27FC236}">
                <a16:creationId xmlns:a16="http://schemas.microsoft.com/office/drawing/2014/main" id="{637F92F9-D3C7-363A-19DB-371A9423FA25}"/>
              </a:ext>
            </a:extLst>
          </p:cNvPr>
          <p:cNvSpPr/>
          <p:nvPr/>
        </p:nvSpPr>
        <p:spPr>
          <a:xfrm>
            <a:off x="924084" y="152400"/>
            <a:ext cx="1391920" cy="1239520"/>
          </a:xfrm>
          <a:prstGeom prst="star5">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28561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E204A-7EA3-EBE1-7502-3CC1FCEB32CB}"/>
            </a:ext>
          </a:extLst>
        </p:cNvPr>
        <p:cNvGrpSpPr/>
        <p:nvPr/>
      </p:nvGrpSpPr>
      <p:grpSpPr>
        <a:xfrm>
          <a:off x="0" y="0"/>
          <a:ext cx="0" cy="0"/>
          <a:chOff x="0" y="0"/>
          <a:chExt cx="0" cy="0"/>
        </a:xfrm>
      </p:grpSpPr>
      <p:pic>
        <p:nvPicPr>
          <p:cNvPr id="3" name="Image 2" descr="Une image contenant art, femme, personne, habits&#10;&#10;Description générée automatiquement">
            <a:extLst>
              <a:ext uri="{FF2B5EF4-FFF2-40B4-BE49-F238E27FC236}">
                <a16:creationId xmlns:a16="http://schemas.microsoft.com/office/drawing/2014/main" id="{A67DB8F9-F8F8-4A5A-B490-A549355ABF07}"/>
              </a:ext>
            </a:extLst>
          </p:cNvPr>
          <p:cNvPicPr>
            <a:picLocks noChangeAspect="1"/>
          </p:cNvPicPr>
          <p:nvPr/>
        </p:nvPicPr>
        <p:blipFill>
          <a:blip r:embed="rId2"/>
          <a:stretch>
            <a:fillRect/>
          </a:stretch>
        </p:blipFill>
        <p:spPr>
          <a:xfrm>
            <a:off x="0" y="16533"/>
            <a:ext cx="3240088" cy="5748156"/>
          </a:xfrm>
          <a:prstGeom prst="rect">
            <a:avLst/>
          </a:prstGeom>
        </p:spPr>
      </p:pic>
      <p:sp>
        <p:nvSpPr>
          <p:cNvPr id="2" name="ZoneTexte 1">
            <a:extLst>
              <a:ext uri="{FF2B5EF4-FFF2-40B4-BE49-F238E27FC236}">
                <a16:creationId xmlns:a16="http://schemas.microsoft.com/office/drawing/2014/main" id="{7121B396-C8FA-5DB5-F373-EEB1656C17EC}"/>
              </a:ext>
            </a:extLst>
          </p:cNvPr>
          <p:cNvSpPr txBox="1"/>
          <p:nvPr/>
        </p:nvSpPr>
        <p:spPr>
          <a:xfrm>
            <a:off x="1178560" y="3190240"/>
            <a:ext cx="619760" cy="369332"/>
          </a:xfrm>
          <a:prstGeom prst="rect">
            <a:avLst/>
          </a:prstGeom>
          <a:noFill/>
        </p:spPr>
        <p:txBody>
          <a:bodyPr wrap="square" rtlCol="0">
            <a:spAutoFit/>
          </a:bodyPr>
          <a:lstStyle/>
          <a:p>
            <a:r>
              <a:rPr lang="fr-FR" dirty="0"/>
              <a:t>21</a:t>
            </a:r>
          </a:p>
        </p:txBody>
      </p:sp>
      <p:sp>
        <p:nvSpPr>
          <p:cNvPr id="4" name="ZoneTexte 3">
            <a:extLst>
              <a:ext uri="{FF2B5EF4-FFF2-40B4-BE49-F238E27FC236}">
                <a16:creationId xmlns:a16="http://schemas.microsoft.com/office/drawing/2014/main" id="{91973418-D2D6-EB3D-0D58-C24ABEF4391C}"/>
              </a:ext>
            </a:extLst>
          </p:cNvPr>
          <p:cNvSpPr txBox="1"/>
          <p:nvPr/>
        </p:nvSpPr>
        <p:spPr>
          <a:xfrm>
            <a:off x="106929" y="109061"/>
            <a:ext cx="3026229" cy="1200329"/>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Félicitations, tu as obtenu l’artefact, tu peux maintenant accéder à la planète 6 « </a:t>
            </a:r>
            <a:r>
              <a:rPr lang="fr-RE" b="0" i="0" u="none" strike="noStrike" dirty="0" err="1">
                <a:solidFill>
                  <a:srgbClr val="000000"/>
                </a:solidFill>
                <a:effectLst/>
                <a:latin typeface="-webkit-standard"/>
              </a:rPr>
              <a:t>Fermanta</a:t>
            </a:r>
            <a:r>
              <a:rPr lang="fr-RE" b="0" i="0" u="none" strike="noStrike" dirty="0">
                <a:solidFill>
                  <a:srgbClr val="000000"/>
                </a:solidFill>
                <a:effectLst/>
                <a:latin typeface="-webkit-standard"/>
              </a:rPr>
              <a:t> » </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1450797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C43A4-0DDC-8E37-D8ED-24EA653EC33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03919DB-0666-D597-2CDC-D485049F2727}"/>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369898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peinture, art, dessin, Arts visuels&#10;&#10;Le contenu généré par l’IA peut être incorrect.">
            <a:extLst>
              <a:ext uri="{FF2B5EF4-FFF2-40B4-BE49-F238E27FC236}">
                <a16:creationId xmlns:a16="http://schemas.microsoft.com/office/drawing/2014/main" id="{96B6203A-DC3D-33C8-07D4-3016036D3D56}"/>
              </a:ext>
            </a:extLst>
          </p:cNvPr>
          <p:cNvPicPr>
            <a:picLocks noChangeAspect="1"/>
          </p:cNvPicPr>
          <p:nvPr/>
        </p:nvPicPr>
        <p:blipFill>
          <a:blip r:embed="rId2"/>
          <a:stretch>
            <a:fillRect/>
          </a:stretch>
        </p:blipFill>
        <p:spPr>
          <a:xfrm>
            <a:off x="0" y="44648"/>
            <a:ext cx="3240088" cy="5670154"/>
          </a:xfrm>
          <a:prstGeom prst="rect">
            <a:avLst/>
          </a:prstGeom>
        </p:spPr>
      </p:pic>
      <p:sp>
        <p:nvSpPr>
          <p:cNvPr id="6" name="ZoneTexte 5">
            <a:extLst>
              <a:ext uri="{FF2B5EF4-FFF2-40B4-BE49-F238E27FC236}">
                <a16:creationId xmlns:a16="http://schemas.microsoft.com/office/drawing/2014/main" id="{070B5487-6A3E-380E-2EF5-E8D90F751927}"/>
              </a:ext>
            </a:extLst>
          </p:cNvPr>
          <p:cNvSpPr txBox="1"/>
          <p:nvPr/>
        </p:nvSpPr>
        <p:spPr>
          <a:xfrm>
            <a:off x="106929" y="4762341"/>
            <a:ext cx="3026229" cy="646331"/>
          </a:xfrm>
          <a:prstGeom prst="rect">
            <a:avLst/>
          </a:prstGeom>
          <a:blipFill dpi="0" rotWithShape="1">
            <a:blip r:embed="rId3">
              <a:alphaModFix amt="17231"/>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1" i="0" u="none" strike="noStrike" dirty="0">
                <a:solidFill>
                  <a:srgbClr val="FF0000"/>
                </a:solidFill>
                <a:effectLst/>
                <a:latin typeface="-webkit-standard"/>
              </a:rPr>
              <a:t>Carte intolérant au lactose vous perdez 1 min. </a:t>
            </a:r>
            <a:endParaRPr lang="fr-RE" b="1" dirty="0">
              <a:solidFill>
                <a:srgbClr val="FF0000"/>
              </a:solidFill>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52994756"/>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102</TotalTime>
  <Words>199</Words>
  <Application>Microsoft Macintosh PowerPoint</Application>
  <PresentationFormat>Personnalisé</PresentationFormat>
  <Paragraphs>15</Paragraphs>
  <Slides>22</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-webkit-standard</vt:lpstr>
      <vt:lpstr>Aptos</vt:lpstr>
      <vt:lpstr>Aptos Display</vt:lpstr>
      <vt:lpstr>Arial</vt:lpstr>
      <vt:lpstr>Courier New</vt:lpstr>
      <vt:lpstr>Helvetica Neue</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V810</dc:creator>
  <cp:lastModifiedBy>V810</cp:lastModifiedBy>
  <cp:revision>7</cp:revision>
  <dcterms:created xsi:type="dcterms:W3CDTF">2025-01-13T14:36:33Z</dcterms:created>
  <dcterms:modified xsi:type="dcterms:W3CDTF">2025-01-25T08:37:40Z</dcterms:modified>
</cp:coreProperties>
</file>